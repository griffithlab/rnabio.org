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5"/>
  </p:notesMasterIdLst>
  <p:sldIdLst>
    <p:sldId id="517" r:id="rId2"/>
    <p:sldId id="516" r:id="rId3"/>
    <p:sldId id="26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44"/>
    <p:restoredTop sz="96327"/>
  </p:normalViewPr>
  <p:slideViewPr>
    <p:cSldViewPr snapToGrid="0" snapToObjects="1">
      <p:cViewPr varScale="1">
        <p:scale>
          <a:sx n="127" d="100"/>
          <a:sy n="127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BD9F9-8452-A342-BB1B-28ECF19E2CC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65747-E6F5-D94A-981D-658B04DED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3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name is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65747-E6F5-D94A-981D-658B04DED6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980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65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15875-1AE6-CC48-9CDA-83B4DB9E01BD}"/>
              </a:ext>
            </a:extLst>
          </p:cNvPr>
          <p:cNvSpPr/>
          <p:nvPr userDrawn="1"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9" name="Picture 7" descr="cshl_logo_alternate rgb.png">
            <a:extLst>
              <a:ext uri="{FF2B5EF4-FFF2-40B4-BE49-F238E27FC236}">
                <a16:creationId xmlns:a16="http://schemas.microsoft.com/office/drawing/2014/main" id="{2ABB33F8-A05E-3547-922B-CE0D692524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381000"/>
            <a:ext cx="35099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646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77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59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31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84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28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07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769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543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>
              <a:solidFill>
                <a:srgbClr val="FFFFFF"/>
              </a:solidFill>
              <a:latin typeface="Segoe UI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5" name="Picture 7" descr="cshl_logo_alternate rgb.png">
            <a:extLst>
              <a:ext uri="{FF2B5EF4-FFF2-40B4-BE49-F238E27FC236}">
                <a16:creationId xmlns:a16="http://schemas.microsoft.com/office/drawing/2014/main" id="{5DC8E3AA-C257-D14E-A5A8-DF7017F43D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381000"/>
            <a:ext cx="35099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2645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8FB569-0485-8045-BFD7-167815E77336}"/>
              </a:ext>
            </a:extLst>
          </p:cNvPr>
          <p:cNvSpPr txBox="1">
            <a:spLocks/>
          </p:cNvSpPr>
          <p:nvPr userDrawn="1"/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Segoe UI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C1412E-69E1-864D-A0DF-94DDC7C8003B}" type="slidenum">
              <a:rPr lang="en-US" sz="900" smtClean="0"/>
              <a:pPr>
                <a:defRPr/>
              </a:pPr>
              <a:t>‹#›</a:t>
            </a:fld>
            <a:endParaRPr lang="en-US" sz="9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0306AE-18A0-4C44-8452-FDAD4CEC049D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9A3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C81E6-F19D-9E4F-A613-5717CEE394C4}"/>
              </a:ext>
            </a:extLst>
          </p:cNvPr>
          <p:cNvSpPr txBox="1"/>
          <p:nvPr userDrawn="1"/>
        </p:nvSpPr>
        <p:spPr>
          <a:xfrm>
            <a:off x="9721408" y="6447904"/>
            <a:ext cx="2362200" cy="3693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800" b="1" dirty="0">
                <a:solidFill>
                  <a:schemeClr val="bg1"/>
                </a:solidFill>
                <a:cs typeface="Arial" charset="0"/>
              </a:rPr>
              <a:t>rnabio.org</a:t>
            </a:r>
            <a:endParaRPr lang="en-US" sz="18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F5D193-BF70-C04D-ACCD-2D3C430B970A}"/>
              </a:ext>
            </a:extLst>
          </p:cNvPr>
          <p:cNvSpPr txBox="1"/>
          <p:nvPr userDrawn="1"/>
        </p:nvSpPr>
        <p:spPr>
          <a:xfrm>
            <a:off x="5867412" y="6447904"/>
            <a:ext cx="45717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0153C3B2-0654-1049-821D-A9450C27E9C9}" type="slidenum">
              <a:rPr lang="en-US" sz="1800" smtClean="0">
                <a:solidFill>
                  <a:schemeClr val="bg1"/>
                </a:solidFill>
              </a:rPr>
              <a:pPr algn="ctr"/>
              <a:t>‹#›</a:t>
            </a:fld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9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70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4D7320-B7A8-EA4A-8CFC-7C9CDFF48527}"/>
              </a:ext>
            </a:extLst>
          </p:cNvPr>
          <p:cNvSpPr/>
          <p:nvPr/>
        </p:nvSpPr>
        <p:spPr>
          <a:xfrm>
            <a:off x="0" y="2522835"/>
            <a:ext cx="12192000" cy="3889541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Calibri" charset="0"/>
              <a:ea typeface="ＭＳ Ｐゴシック" charset="0"/>
              <a:cs typeface="Calibri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265451-D7FA-324E-8A73-79956D994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16" y="2890275"/>
            <a:ext cx="3128830" cy="3128830"/>
          </a:xfrm>
          <a:prstGeom prst="rect">
            <a:avLst/>
          </a:prstGeom>
        </p:spPr>
      </p:pic>
      <p:pic>
        <p:nvPicPr>
          <p:cNvPr id="11" name="Picture 1" descr="RNA-Seq-alignment.png">
            <a:extLst>
              <a:ext uri="{FF2B5EF4-FFF2-40B4-BE49-F238E27FC236}">
                <a16:creationId xmlns:a16="http://schemas.microsoft.com/office/drawing/2014/main" id="{C4CC95B9-7822-9D44-9479-A12E3FCDDE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151" y="2888092"/>
            <a:ext cx="3271336" cy="31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29E9BF-E919-5E47-8D48-7A8519760B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1" y="3731538"/>
            <a:ext cx="5263149" cy="163198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7BFB325-C36D-C643-9293-35DEC0D050E8}"/>
              </a:ext>
            </a:extLst>
          </p:cNvPr>
          <p:cNvSpPr txBox="1">
            <a:spLocks/>
          </p:cNvSpPr>
          <p:nvPr/>
        </p:nvSpPr>
        <p:spPr>
          <a:xfrm>
            <a:off x="3647728" y="1219199"/>
            <a:ext cx="8468072" cy="1161346"/>
          </a:xfrm>
          <a:prstGeom prst="rect">
            <a:avLst/>
          </a:prstGeom>
        </p:spPr>
        <p:txBody>
          <a:bodyPr anchor="ctr"/>
          <a:lstStyle>
            <a:lvl1pPr algn="r">
              <a:defRPr sz="3200" baseline="0">
                <a:solidFill>
                  <a:schemeClr val="bg1"/>
                </a:solidFill>
                <a:latin typeface="Adobe Jenson Pro" pitchFamily="18" charset="0"/>
              </a:defRPr>
            </a:lvl1pPr>
          </a:lstStyle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Felicia Gomez, </a:t>
            </a:r>
            <a:r>
              <a:rPr lang="en-US" sz="1800" dirty="0" err="1">
                <a:latin typeface="Calibri"/>
                <a:cs typeface="Calibri"/>
              </a:rPr>
              <a:t>Charlz</a:t>
            </a:r>
            <a:r>
              <a:rPr lang="en-US" sz="1800" dirty="0">
                <a:latin typeface="Calibri"/>
                <a:cs typeface="Calibri"/>
              </a:rPr>
              <a:t> Jerold, Obi Griffith, Malachi Griffith, </a:t>
            </a:r>
          </a:p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My Hoang, Mariam Khanfar, Chris Miller, Kartik Singhal, Jennie Yao </a:t>
            </a:r>
          </a:p>
          <a:p>
            <a:pPr>
              <a:defRPr/>
            </a:pPr>
            <a:r>
              <a:rPr lang="en-US" sz="18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Advanced Sequencing Technologies &amp; Bioinformatics Analysis </a:t>
            </a:r>
            <a:r>
              <a:rPr lang="en-US" sz="16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November 10-21, 2025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072B7D-F40A-8F7D-1DF5-F5AE7C6B457D}"/>
              </a:ext>
            </a:extLst>
          </p:cNvPr>
          <p:cNvSpPr txBox="1">
            <a:spLocks/>
          </p:cNvSpPr>
          <p:nvPr/>
        </p:nvSpPr>
        <p:spPr bwMode="auto">
          <a:xfrm>
            <a:off x="6096000" y="177977"/>
            <a:ext cx="6019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2000" dirty="0">
                <a:solidFill>
                  <a:schemeClr val="bg1"/>
                </a:solidFill>
                <a:latin typeface="Calibri" charset="0"/>
                <a:cs typeface="Segoe UI" charset="0"/>
              </a:rPr>
              <a:t>Module 1:</a:t>
            </a:r>
          </a:p>
          <a:p>
            <a:pPr algn="r" eaLnBrk="1" hangingPunct="1"/>
            <a:r>
              <a:rPr lang="en-US" sz="2000" b="1" dirty="0">
                <a:solidFill>
                  <a:schemeClr val="bg1"/>
                </a:solidFill>
                <a:latin typeface="Calibri" charset="0"/>
                <a:cs typeface="Segoe UI" charset="0"/>
              </a:rPr>
              <a:t>FASTA/FASTQ/GTF</a:t>
            </a:r>
            <a:endParaRPr lang="en-US" sz="1800" b="1" dirty="0">
              <a:solidFill>
                <a:schemeClr val="bg1"/>
              </a:solidFill>
              <a:latin typeface="Calibri" charset="0"/>
              <a:cs typeface="Segoe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894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6A9C-248E-2326-FBF7-BA36F32E5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BED72-5ED6-94AC-CCC7-BAE2CB5A9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96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34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olas"/>
              <a:buNone/>
            </a:pPr>
            <a:r>
              <a:rPr lang="en-US"/>
              <a:t>We are on a Coffee Break &amp; Networking Session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3834918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C4B1BBBE-E27A-5444-9F3D-7C1C163700E5}" vid="{7F537DE0-AA54-F54D-8B6B-795F1F6F79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2</TotalTime>
  <Words>59</Words>
  <Application>Microsoft Macintosh PowerPoint</Application>
  <PresentationFormat>Widescreen</PresentationFormat>
  <Paragraphs>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Consolas</vt:lpstr>
      <vt:lpstr>Segoe UI</vt:lpstr>
      <vt:lpstr>1_Office Theme</vt:lpstr>
      <vt:lpstr>PowerPoint Presentation</vt:lpstr>
      <vt:lpstr>PowerPoint Presentation</vt:lpstr>
      <vt:lpstr>We are on a Coffee Break &amp; Networking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Jennie Yao</dc:creator>
  <cp:lastModifiedBy>Jennie Yao</cp:lastModifiedBy>
  <cp:revision>1</cp:revision>
  <dcterms:created xsi:type="dcterms:W3CDTF">2025-11-11T18:08:44Z</dcterms:created>
  <dcterms:modified xsi:type="dcterms:W3CDTF">2025-11-11T18:10:56Z</dcterms:modified>
</cp:coreProperties>
</file>