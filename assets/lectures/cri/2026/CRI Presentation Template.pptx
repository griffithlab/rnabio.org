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Prata"/>
      <p:regular r:id="rId32"/>
    </p:embeddedFont>
    <p:embeddedFont>
      <p:font typeface="Rethink Sans Medium"/>
      <p:regular r:id="rId33"/>
      <p:bold r:id="rId34"/>
      <p:italic r:id="rId35"/>
      <p:boldItalic r:id="rId36"/>
    </p:embeddedFont>
    <p:embeddedFont>
      <p:font typeface="Rethink Sans"/>
      <p:regular r:id="rId37"/>
      <p:bold r:id="rId38"/>
      <p:italic r:id="rId39"/>
      <p:boldItalic r:id="rId40"/>
    </p:embeddedFont>
    <p:embeddedFont>
      <p:font typeface="Rethink Sans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260">
          <p15:clr>
            <a:srgbClr val="747775"/>
          </p15:clr>
        </p15:guide>
        <p15:guide id="4" orient="horz" pos="144">
          <p15:clr>
            <a:srgbClr val="747775"/>
          </p15:clr>
        </p15:guide>
        <p15:guide id="5" pos="5441">
          <p15:clr>
            <a:srgbClr val="747775"/>
          </p15:clr>
        </p15:guide>
        <p15:guide id="6" orient="horz" pos="2592">
          <p15:clr>
            <a:srgbClr val="747775"/>
          </p15:clr>
        </p15:guide>
        <p15:guide id="7" orient="horz" pos="309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60"/>
        <p:guide pos="144" orient="horz"/>
        <p:guide pos="5441"/>
        <p:guide pos="2592" orient="horz"/>
        <p:guide pos="309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ethinkSans-boldItalic.fntdata"/><Relationship Id="rId20" Type="http://schemas.openxmlformats.org/officeDocument/2006/relationships/slide" Target="slides/slide15.xml"/><Relationship Id="rId42" Type="http://schemas.openxmlformats.org/officeDocument/2006/relationships/font" Target="fonts/RethinkSansSemiBold-bold.fntdata"/><Relationship Id="rId41" Type="http://schemas.openxmlformats.org/officeDocument/2006/relationships/font" Target="fonts/RethinkSansSemiBold-regular.fntdata"/><Relationship Id="rId22" Type="http://schemas.openxmlformats.org/officeDocument/2006/relationships/slide" Target="slides/slide17.xml"/><Relationship Id="rId44" Type="http://schemas.openxmlformats.org/officeDocument/2006/relationships/font" Target="fonts/RethinkSansSemiBold-boldItalic.fntdata"/><Relationship Id="rId21" Type="http://schemas.openxmlformats.org/officeDocument/2006/relationships/slide" Target="slides/slide16.xml"/><Relationship Id="rId43" Type="http://schemas.openxmlformats.org/officeDocument/2006/relationships/font" Target="fonts/RethinkSansSemiBold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ethinkSansMedium-regular.fntdata"/><Relationship Id="rId10" Type="http://schemas.openxmlformats.org/officeDocument/2006/relationships/slide" Target="slides/slide5.xml"/><Relationship Id="rId32" Type="http://schemas.openxmlformats.org/officeDocument/2006/relationships/font" Target="fonts/Prata-regular.fntdata"/><Relationship Id="rId13" Type="http://schemas.openxmlformats.org/officeDocument/2006/relationships/slide" Target="slides/slide8.xml"/><Relationship Id="rId35" Type="http://schemas.openxmlformats.org/officeDocument/2006/relationships/font" Target="fonts/RethinkSansMedium-italic.fntdata"/><Relationship Id="rId12" Type="http://schemas.openxmlformats.org/officeDocument/2006/relationships/slide" Target="slides/slide7.xml"/><Relationship Id="rId34" Type="http://schemas.openxmlformats.org/officeDocument/2006/relationships/font" Target="fonts/RethinkSansMedium-bold.fntdata"/><Relationship Id="rId15" Type="http://schemas.openxmlformats.org/officeDocument/2006/relationships/slide" Target="slides/slide10.xml"/><Relationship Id="rId37" Type="http://schemas.openxmlformats.org/officeDocument/2006/relationships/font" Target="fonts/RethinkSans-regular.fntdata"/><Relationship Id="rId14" Type="http://schemas.openxmlformats.org/officeDocument/2006/relationships/slide" Target="slides/slide9.xml"/><Relationship Id="rId36" Type="http://schemas.openxmlformats.org/officeDocument/2006/relationships/font" Target="fonts/RethinkSans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RethinkSans-italic.fntdata"/><Relationship Id="rId16" Type="http://schemas.openxmlformats.org/officeDocument/2006/relationships/slide" Target="slides/slide11.xml"/><Relationship Id="rId38" Type="http://schemas.openxmlformats.org/officeDocument/2006/relationships/font" Target="fonts/Rethink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8" name="Google Shape;8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5" name="Google Shape;9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dk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657600" y="1561500"/>
            <a:ext cx="42690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57600" y="2971800"/>
            <a:ext cx="505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339725" y="4621550"/>
            <a:ext cx="1033200" cy="2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2" title="CRI_Logo_RGB_REV@2x.png"/>
          <p:cNvPicPr preferRelativeResize="0"/>
          <p:nvPr/>
        </p:nvPicPr>
        <p:blipFill rotWithShape="1">
          <a:blip r:embed="rId2">
            <a:alphaModFix/>
          </a:blip>
          <a:srcRect b="0" l="29" r="29" t="0"/>
          <a:stretch/>
        </p:blipFill>
        <p:spPr>
          <a:xfrm>
            <a:off x="412425" y="563225"/>
            <a:ext cx="1718224" cy="56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dots_2025.png"/>
          <p:cNvPicPr preferRelativeResize="0"/>
          <p:nvPr/>
        </p:nvPicPr>
        <p:blipFill rotWithShape="1">
          <a:blip r:embed="rId3">
            <a:alphaModFix/>
          </a:blip>
          <a:srcRect b="6217" l="13703" r="0" t="0"/>
          <a:stretch/>
        </p:blipFill>
        <p:spPr>
          <a:xfrm>
            <a:off x="0" y="3079700"/>
            <a:ext cx="2894074" cy="20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658500" y="3891150"/>
            <a:ext cx="8136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think Sans Medium"/>
                <a:ea typeface="Rethink Sans Medium"/>
                <a:cs typeface="Rethink Sans Medium"/>
                <a:sym typeface="Rethink Sans Medium"/>
              </a:rPr>
              <a:t>Presented By</a:t>
            </a:r>
            <a:endParaRPr b="0" i="0" sz="800" u="none" cap="none" strike="noStrike">
              <a:solidFill>
                <a:schemeClr val="lt2"/>
              </a:solidFill>
              <a:latin typeface="Rethink Sans Medium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5959575" y="3891150"/>
            <a:ext cx="2760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think Sans Medium"/>
                <a:ea typeface="Rethink Sans Medium"/>
                <a:cs typeface="Rethink Sans Medium"/>
                <a:sym typeface="Rethink Sans Medium"/>
              </a:rPr>
              <a:t>Date</a:t>
            </a:r>
            <a:endParaRPr b="0" i="0" sz="800" u="none" cap="none" strike="noStrike">
              <a:solidFill>
                <a:schemeClr val="lt2"/>
              </a:solidFill>
              <a:latin typeface="Rethink Sans Medium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8" name="Google Shape;18;p2"/>
          <p:cNvSpPr txBox="1"/>
          <p:nvPr>
            <p:ph idx="2" type="subTitle"/>
          </p:nvPr>
        </p:nvSpPr>
        <p:spPr>
          <a:xfrm>
            <a:off x="3657600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3" type="subTitle"/>
          </p:nvPr>
        </p:nvSpPr>
        <p:spPr>
          <a:xfrm>
            <a:off x="5959575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bg>
      <p:bgPr>
        <a:solidFill>
          <a:schemeClr val="dk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3657600" y="1561500"/>
            <a:ext cx="42690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3657600" y="2971800"/>
            <a:ext cx="505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" name="Google Shape;24;p3"/>
          <p:cNvSpPr/>
          <p:nvPr/>
        </p:nvSpPr>
        <p:spPr>
          <a:xfrm>
            <a:off x="339725" y="4621550"/>
            <a:ext cx="1033200" cy="28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3" title="CRI_Logo_RGB_REV@2x.png"/>
          <p:cNvPicPr preferRelativeResize="0"/>
          <p:nvPr/>
        </p:nvPicPr>
        <p:blipFill rotWithShape="1">
          <a:blip r:embed="rId2">
            <a:alphaModFix/>
          </a:blip>
          <a:srcRect b="0" l="29" r="29" t="0"/>
          <a:stretch/>
        </p:blipFill>
        <p:spPr>
          <a:xfrm>
            <a:off x="412425" y="563225"/>
            <a:ext cx="1718224" cy="56452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658500" y="3891150"/>
            <a:ext cx="8136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accent4"/>
                </a:solidFill>
                <a:latin typeface="Rethink Sans Medium"/>
                <a:ea typeface="Rethink Sans Medium"/>
                <a:cs typeface="Rethink Sans Medium"/>
                <a:sym typeface="Rethink Sans Medium"/>
              </a:rPr>
              <a:t>Presented By</a:t>
            </a:r>
            <a:endParaRPr b="0" i="0" sz="800" u="none" cap="none" strike="noStrike">
              <a:solidFill>
                <a:schemeClr val="accent4"/>
              </a:solidFill>
              <a:latin typeface="Rethink Sans Medium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5959575" y="3891150"/>
            <a:ext cx="2760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accent4"/>
                </a:solidFill>
                <a:latin typeface="Rethink Sans Medium"/>
                <a:ea typeface="Rethink Sans Medium"/>
                <a:cs typeface="Rethink Sans Medium"/>
                <a:sym typeface="Rethink Sans Medium"/>
              </a:rPr>
              <a:t>Date</a:t>
            </a:r>
            <a:endParaRPr b="0" i="0" sz="800" u="none" cap="none" strike="noStrike">
              <a:solidFill>
                <a:schemeClr val="accent4"/>
              </a:solidFill>
              <a:latin typeface="Rethink Sans Medium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28" name="Google Shape;28;p3"/>
          <p:cNvSpPr txBox="1"/>
          <p:nvPr>
            <p:ph idx="2" type="subTitle"/>
          </p:nvPr>
        </p:nvSpPr>
        <p:spPr>
          <a:xfrm>
            <a:off x="3657600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3" type="subTitle"/>
          </p:nvPr>
        </p:nvSpPr>
        <p:spPr>
          <a:xfrm>
            <a:off x="5959575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0" name="Google Shape;30;p3"/>
          <p:cNvGrpSpPr/>
          <p:nvPr/>
        </p:nvGrpSpPr>
        <p:grpSpPr>
          <a:xfrm>
            <a:off x="-148936" y="2171809"/>
            <a:ext cx="2729916" cy="3106571"/>
            <a:chOff x="-148936" y="2171809"/>
            <a:chExt cx="2729916" cy="3106571"/>
          </a:xfrm>
        </p:grpSpPr>
        <p:sp>
          <p:nvSpPr>
            <p:cNvPr id="31" name="Google Shape;31;p3"/>
            <p:cNvSpPr/>
            <p:nvPr/>
          </p:nvSpPr>
          <p:spPr>
            <a:xfrm>
              <a:off x="-148936" y="491988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-148936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237014" y="3354295"/>
              <a:ext cx="358500" cy="358500"/>
            </a:xfrm>
            <a:prstGeom prst="ellipse">
              <a:avLst/>
            </a:prstGeom>
            <a:solidFill>
              <a:srgbClr val="342F60"/>
            </a:solidFill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237014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631419" y="4528159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237014" y="4528167"/>
              <a:ext cx="358500" cy="358500"/>
            </a:xfrm>
            <a:prstGeom prst="ellipse">
              <a:avLst/>
            </a:prstGeom>
            <a:solidFill>
              <a:srgbClr val="342F60"/>
            </a:solidFill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631419" y="3354295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631419" y="374472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015811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37014" y="491988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409197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802227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021413" y="3354295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409204" y="374472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409204" y="3354295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015811" y="2963008"/>
              <a:ext cx="358500" cy="358500"/>
            </a:xfrm>
            <a:prstGeom prst="ellipse">
              <a:avLst/>
            </a:prstGeom>
            <a:solidFill>
              <a:srgbClr val="342F60"/>
            </a:solidFill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237014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22964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22964" y="2564825"/>
              <a:ext cx="358500" cy="358500"/>
            </a:xfrm>
            <a:prstGeom prst="ellipse">
              <a:avLst/>
            </a:prstGeom>
            <a:solidFill>
              <a:srgbClr val="342F60"/>
            </a:solidFill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22964" y="2171809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409204" y="4528159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802234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222480" y="2564818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342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 type="secHead">
  <p:cSld name="SECTION_HEADER">
    <p:bg>
      <p:bgPr>
        <a:solidFill>
          <a:srgbClr val="E9E7F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4"/>
          <p:cNvGrpSpPr/>
          <p:nvPr/>
        </p:nvGrpSpPr>
        <p:grpSpPr>
          <a:xfrm>
            <a:off x="3429808" y="3753942"/>
            <a:ext cx="2729916" cy="3106571"/>
            <a:chOff x="-148936" y="2171809"/>
            <a:chExt cx="2729916" cy="3106571"/>
          </a:xfrm>
        </p:grpSpPr>
        <p:sp>
          <p:nvSpPr>
            <p:cNvPr id="57" name="Google Shape;57;p4"/>
            <p:cNvSpPr/>
            <p:nvPr/>
          </p:nvSpPr>
          <p:spPr>
            <a:xfrm>
              <a:off x="-148936" y="491988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-148936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37014" y="3354295"/>
              <a:ext cx="358500" cy="3585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237014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631419" y="4528159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237014" y="4528167"/>
              <a:ext cx="358500" cy="3585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631419" y="3354295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631419" y="374472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1015811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237014" y="491988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1409197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1802227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1021413" y="3354295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1409204" y="374472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1409204" y="3354295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1015811" y="2963008"/>
              <a:ext cx="358500" cy="3585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237014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622964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622964" y="2564825"/>
              <a:ext cx="358500" cy="3585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622964" y="2171809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1409204" y="4528159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1802234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2222480" y="2564818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4"/>
          <p:cNvGrpSpPr/>
          <p:nvPr/>
        </p:nvGrpSpPr>
        <p:grpSpPr>
          <a:xfrm>
            <a:off x="-727607" y="-473856"/>
            <a:ext cx="4256810" cy="6468637"/>
            <a:chOff x="-419163" y="-153981"/>
            <a:chExt cx="3977584" cy="6044325"/>
          </a:xfrm>
        </p:grpSpPr>
        <p:sp>
          <p:nvSpPr>
            <p:cNvPr id="81" name="Google Shape;81;p4"/>
            <p:cNvSpPr/>
            <p:nvPr/>
          </p:nvSpPr>
          <p:spPr>
            <a:xfrm rot="-179138">
              <a:off x="487389" y="2819312"/>
              <a:ext cx="2995065" cy="2995065"/>
            </a:xfrm>
            <a:prstGeom prst="ellipse">
              <a:avLst/>
            </a:prstGeom>
            <a:noFill/>
            <a:ln cap="flat" cmpd="sng" w="40775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850" lIns="78850" spcFirstLastPara="1" rIns="78850" wrap="square" tIns="78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7"/>
                <a:buFont typeface="Arial"/>
                <a:buNone/>
              </a:pPr>
              <a:r>
                <a:t/>
              </a:r>
              <a:endParaRPr b="0" i="0" sz="1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 rot="-179138">
              <a:off x="-343196" y="-78014"/>
              <a:ext cx="2995065" cy="2995065"/>
            </a:xfrm>
            <a:prstGeom prst="ellipse">
              <a:avLst/>
            </a:prstGeom>
            <a:noFill/>
            <a:ln cap="flat" cmpd="sng" w="40775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850" lIns="78850" spcFirstLastPara="1" rIns="78850" wrap="square" tIns="78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7"/>
                <a:buFont typeface="Arial"/>
                <a:buNone/>
              </a:pPr>
              <a:r>
                <a:t/>
              </a:r>
              <a:endParaRPr b="0" i="0" sz="12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4"/>
          <p:cNvGrpSpPr/>
          <p:nvPr/>
        </p:nvGrpSpPr>
        <p:grpSpPr>
          <a:xfrm>
            <a:off x="7767589" y="-1405541"/>
            <a:ext cx="2729916" cy="3106571"/>
            <a:chOff x="-148936" y="2171809"/>
            <a:chExt cx="2729916" cy="3106571"/>
          </a:xfrm>
        </p:grpSpPr>
        <p:sp>
          <p:nvSpPr>
            <p:cNvPr id="84" name="Google Shape;84;p4"/>
            <p:cNvSpPr/>
            <p:nvPr/>
          </p:nvSpPr>
          <p:spPr>
            <a:xfrm>
              <a:off x="-148936" y="491988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-148936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237014" y="3354295"/>
              <a:ext cx="358500" cy="3585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237014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631419" y="4528159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237014" y="4528167"/>
              <a:ext cx="358500" cy="3585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631419" y="3354295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631419" y="374472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1015811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237014" y="491988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1409197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1802227" y="4136440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1021413" y="3354295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1409204" y="374472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1409204" y="3354295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1015811" y="2963008"/>
              <a:ext cx="358500" cy="3585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237014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622964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622964" y="2564825"/>
              <a:ext cx="358500" cy="3585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622964" y="2171809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1409204" y="4528159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1802234" y="2963001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2222480" y="2564818"/>
              <a:ext cx="358500" cy="3585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500" lIns="79500" spcFirstLastPara="1" rIns="79500" wrap="square" tIns="79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7"/>
                <a:buFont typeface="Arial"/>
                <a:buNone/>
              </a:pPr>
              <a:r>
                <a:t/>
              </a:r>
              <a:endParaRPr b="0" i="0" sz="12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4"/>
          <p:cNvSpPr txBox="1"/>
          <p:nvPr>
            <p:ph type="title"/>
          </p:nvPr>
        </p:nvSpPr>
        <p:spPr>
          <a:xfrm>
            <a:off x="3657600" y="1563625"/>
            <a:ext cx="47766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" name="Google Shape;108;p4"/>
          <p:cNvSpPr/>
          <p:nvPr/>
        </p:nvSpPr>
        <p:spPr>
          <a:xfrm>
            <a:off x="390775" y="4617600"/>
            <a:ext cx="924900" cy="351600"/>
          </a:xfrm>
          <a:prstGeom prst="rect">
            <a:avLst/>
          </a:prstGeom>
          <a:solidFill>
            <a:srgbClr val="E9E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>
            <p:ph idx="1" type="subTitle"/>
          </p:nvPr>
        </p:nvSpPr>
        <p:spPr>
          <a:xfrm>
            <a:off x="3657600" y="2971800"/>
            <a:ext cx="505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0" name="Google Shape;110;p4"/>
          <p:cNvSpPr txBox="1"/>
          <p:nvPr/>
        </p:nvSpPr>
        <p:spPr>
          <a:xfrm>
            <a:off x="3658500" y="3891150"/>
            <a:ext cx="8136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think Sans Medium"/>
                <a:ea typeface="Rethink Sans Medium"/>
                <a:cs typeface="Rethink Sans Medium"/>
                <a:sym typeface="Rethink Sans Medium"/>
              </a:rPr>
              <a:t>Presented By</a:t>
            </a:r>
            <a:endParaRPr b="0" i="0" sz="800" u="none" cap="none" strike="noStrike">
              <a:solidFill>
                <a:schemeClr val="lt2"/>
              </a:solidFill>
              <a:latin typeface="Rethink Sans Medium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959575" y="3891150"/>
            <a:ext cx="2760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think Sans Medium"/>
                <a:ea typeface="Rethink Sans Medium"/>
                <a:cs typeface="Rethink Sans Medium"/>
                <a:sym typeface="Rethink Sans Medium"/>
              </a:rPr>
              <a:t>Date</a:t>
            </a:r>
            <a:endParaRPr b="0" i="0" sz="800" u="none" cap="none" strike="noStrike">
              <a:solidFill>
                <a:schemeClr val="lt2"/>
              </a:solidFill>
              <a:latin typeface="Rethink Sans Medium"/>
              <a:ea typeface="Rethink Sans Medium"/>
              <a:cs typeface="Rethink Sans Medium"/>
              <a:sym typeface="Rethink Sans Medium"/>
            </a:endParaRPr>
          </a:p>
        </p:txBody>
      </p:sp>
      <p:sp>
        <p:nvSpPr>
          <p:cNvPr id="112" name="Google Shape;112;p4"/>
          <p:cNvSpPr txBox="1"/>
          <p:nvPr>
            <p:ph idx="2" type="subTitle"/>
          </p:nvPr>
        </p:nvSpPr>
        <p:spPr>
          <a:xfrm>
            <a:off x="3657600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4"/>
          <p:cNvSpPr txBox="1"/>
          <p:nvPr>
            <p:ph idx="3" type="subTitle"/>
          </p:nvPr>
        </p:nvSpPr>
        <p:spPr>
          <a:xfrm>
            <a:off x="5959575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14" name="Google Shape;114;p4" title="CRI_Logo_RGB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425" y="563225"/>
            <a:ext cx="1718225" cy="5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tx">
  <p:cSld name="TITLE_AND_BODY">
    <p:bg>
      <p:bgPr>
        <a:solidFill>
          <a:srgbClr val="E9E7F8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5"/>
          <p:cNvGrpSpPr/>
          <p:nvPr/>
        </p:nvGrpSpPr>
        <p:grpSpPr>
          <a:xfrm>
            <a:off x="8214283" y="-64299"/>
            <a:ext cx="1089250" cy="1122044"/>
            <a:chOff x="8162180" y="-64299"/>
            <a:chExt cx="1089250" cy="1122044"/>
          </a:xfrm>
        </p:grpSpPr>
        <p:sp>
          <p:nvSpPr>
            <p:cNvPr id="117" name="Google Shape;117;p5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5"/>
          <p:cNvGrpSpPr/>
          <p:nvPr/>
        </p:nvGrpSpPr>
        <p:grpSpPr>
          <a:xfrm>
            <a:off x="8241867" y="3605133"/>
            <a:ext cx="1068562" cy="1677274"/>
            <a:chOff x="8189764" y="3605133"/>
            <a:chExt cx="1068562" cy="1677274"/>
          </a:xfrm>
        </p:grpSpPr>
        <p:sp>
          <p:nvSpPr>
            <p:cNvPr id="125" name="Google Shape;125;p5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rgbClr val="DFDDF4"/>
            </a:solidFill>
            <a:ln cap="flat" cmpd="sng" w="38100">
              <a:solidFill>
                <a:srgbClr val="DFDD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5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5"/>
          <p:cNvSpPr txBox="1"/>
          <p:nvPr>
            <p:ph idx="1" type="body"/>
          </p:nvPr>
        </p:nvSpPr>
        <p:spPr>
          <a:xfrm>
            <a:off x="1828800" y="1371600"/>
            <a:ext cx="614310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Char char="●"/>
              <a:defRPr>
                <a:latin typeface="Prata"/>
                <a:ea typeface="Prata"/>
                <a:cs typeface="Prata"/>
                <a:sym typeface="Prata"/>
              </a:defRPr>
            </a:lvl1pPr>
            <a:lvl2pPr indent="-3048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Prata"/>
              <a:buChar char="○"/>
              <a:defRPr>
                <a:latin typeface="Prata"/>
                <a:ea typeface="Prata"/>
                <a:cs typeface="Prata"/>
                <a:sym typeface="Prata"/>
              </a:defRPr>
            </a:lvl2pPr>
            <a:lvl3pPr indent="-3048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Prata"/>
              <a:buChar char="■"/>
              <a:defRPr>
                <a:latin typeface="Prata"/>
                <a:ea typeface="Prata"/>
                <a:cs typeface="Prata"/>
                <a:sym typeface="Prata"/>
              </a:defRPr>
            </a:lvl3pPr>
            <a:lvl4pPr indent="-3048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Prata"/>
              <a:buChar char="●"/>
              <a:defRPr>
                <a:latin typeface="Prata"/>
                <a:ea typeface="Prata"/>
                <a:cs typeface="Prata"/>
                <a:sym typeface="Prata"/>
              </a:defRPr>
            </a:lvl4pPr>
            <a:lvl5pPr indent="-3048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Prata"/>
              <a:buChar char="○"/>
              <a:defRPr>
                <a:latin typeface="Prata"/>
                <a:ea typeface="Prata"/>
                <a:cs typeface="Prata"/>
                <a:sym typeface="Prata"/>
              </a:defRPr>
            </a:lvl5pPr>
            <a:lvl6pPr indent="-304800" lvl="5" marL="2743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Prata"/>
              <a:buChar char="■"/>
              <a:defRPr>
                <a:latin typeface="Prata"/>
                <a:ea typeface="Prata"/>
                <a:cs typeface="Prata"/>
                <a:sym typeface="Prata"/>
              </a:defRPr>
            </a:lvl6pPr>
            <a:lvl7pPr indent="-304800" lvl="6" marL="3200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Prata"/>
              <a:buChar char="●"/>
              <a:defRPr>
                <a:latin typeface="Prata"/>
                <a:ea typeface="Prata"/>
                <a:cs typeface="Prata"/>
                <a:sym typeface="Prata"/>
              </a:defRPr>
            </a:lvl7pPr>
            <a:lvl8pPr indent="-304800" lvl="7" marL="3657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Prata"/>
              <a:buChar char="○"/>
              <a:defRPr>
                <a:latin typeface="Prata"/>
                <a:ea typeface="Prata"/>
                <a:cs typeface="Prata"/>
                <a:sym typeface="Prata"/>
              </a:defRPr>
            </a:lvl8pPr>
            <a:lvl9pPr indent="-304800" lvl="8" marL="4114800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200"/>
              <a:buFont typeface="Prata"/>
              <a:buChar char="■"/>
              <a:defRPr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Line title and body ">
  <p:cSld name="TITLE_AND_BODY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6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142" name="Google Shape;142;p6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6"/>
          <p:cNvSpPr txBox="1"/>
          <p:nvPr>
            <p:ph type="title"/>
          </p:nvPr>
        </p:nvSpPr>
        <p:spPr>
          <a:xfrm>
            <a:off x="411475" y="228600"/>
            <a:ext cx="32421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55" name="Google Shape;155;p6"/>
          <p:cNvSpPr txBox="1"/>
          <p:nvPr>
            <p:ph idx="1" type="body"/>
          </p:nvPr>
        </p:nvSpPr>
        <p:spPr>
          <a:xfrm>
            <a:off x="411475" y="1536192"/>
            <a:ext cx="7482000" cy="24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6" name="Google Shape;156;p6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6"/>
          <p:cNvSpPr txBox="1"/>
          <p:nvPr>
            <p:ph idx="2" type="subTitle"/>
          </p:nvPr>
        </p:nvSpPr>
        <p:spPr>
          <a:xfrm>
            <a:off x="411475" y="1100325"/>
            <a:ext cx="7612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grpSp>
        <p:nvGrpSpPr>
          <p:cNvPr id="158" name="Google Shape;158;p6"/>
          <p:cNvGrpSpPr/>
          <p:nvPr/>
        </p:nvGrpSpPr>
        <p:grpSpPr>
          <a:xfrm>
            <a:off x="8162180" y="-64299"/>
            <a:ext cx="1089250" cy="1122044"/>
            <a:chOff x="8162180" y="-64299"/>
            <a:chExt cx="1089250" cy="1122044"/>
          </a:xfrm>
        </p:grpSpPr>
        <p:sp>
          <p:nvSpPr>
            <p:cNvPr id="159" name="Google Shape;159;p6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2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7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168" name="Google Shape;168;p7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7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81" name="Google Shape;181;p7"/>
          <p:cNvSpPr txBox="1"/>
          <p:nvPr>
            <p:ph idx="1" type="body"/>
          </p:nvPr>
        </p:nvSpPr>
        <p:spPr>
          <a:xfrm>
            <a:off x="411475" y="1536275"/>
            <a:ext cx="756030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2" name="Google Shape;182;p7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7"/>
          <p:cNvSpPr txBox="1"/>
          <p:nvPr>
            <p:ph idx="2" type="subTitle"/>
          </p:nvPr>
        </p:nvSpPr>
        <p:spPr>
          <a:xfrm>
            <a:off x="411475" y="806825"/>
            <a:ext cx="7586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grpSp>
        <p:nvGrpSpPr>
          <p:cNvPr id="184" name="Google Shape;184;p7"/>
          <p:cNvGrpSpPr/>
          <p:nvPr/>
        </p:nvGrpSpPr>
        <p:grpSpPr>
          <a:xfrm>
            <a:off x="8162180" y="-64299"/>
            <a:ext cx="1089250" cy="1122044"/>
            <a:chOff x="8162180" y="-64299"/>
            <a:chExt cx="1089250" cy="1122044"/>
          </a:xfrm>
        </p:grpSpPr>
        <p:sp>
          <p:nvSpPr>
            <p:cNvPr id="185" name="Google Shape;185;p7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8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194" name="Google Shape;194;p8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8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07" name="Google Shape;207;p8"/>
          <p:cNvSpPr txBox="1"/>
          <p:nvPr>
            <p:ph idx="1" type="body"/>
          </p:nvPr>
        </p:nvSpPr>
        <p:spPr>
          <a:xfrm>
            <a:off x="411475" y="1353188"/>
            <a:ext cx="3999900" cy="3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8" name="Google Shape;208;p8"/>
          <p:cNvSpPr txBox="1"/>
          <p:nvPr>
            <p:ph idx="2" type="body"/>
          </p:nvPr>
        </p:nvSpPr>
        <p:spPr>
          <a:xfrm>
            <a:off x="4932175" y="1353188"/>
            <a:ext cx="3999900" cy="3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9" name="Google Shape;209;p8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8"/>
          <p:cNvSpPr txBox="1"/>
          <p:nvPr>
            <p:ph idx="3" type="subTitle"/>
          </p:nvPr>
        </p:nvSpPr>
        <p:spPr>
          <a:xfrm>
            <a:off x="411475" y="806825"/>
            <a:ext cx="7938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grpSp>
        <p:nvGrpSpPr>
          <p:cNvPr id="211" name="Google Shape;211;p8"/>
          <p:cNvGrpSpPr/>
          <p:nvPr/>
        </p:nvGrpSpPr>
        <p:grpSpPr>
          <a:xfrm>
            <a:off x="8162180" y="-64299"/>
            <a:ext cx="1089250" cy="1122044"/>
            <a:chOff x="8162180" y="-64299"/>
            <a:chExt cx="1089250" cy="1122044"/>
          </a:xfrm>
        </p:grpSpPr>
        <p:sp>
          <p:nvSpPr>
            <p:cNvPr id="212" name="Google Shape;212;p8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 two columns - Subhead">
  <p:cSld name="TITLE_AND_TWO_COLUMNS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9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221" name="Google Shape;221;p9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9"/>
          <p:cNvSpPr txBox="1"/>
          <p:nvPr>
            <p:ph type="title"/>
          </p:nvPr>
        </p:nvSpPr>
        <p:spPr>
          <a:xfrm>
            <a:off x="411475" y="228600"/>
            <a:ext cx="30273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4" name="Google Shape;234;p9"/>
          <p:cNvSpPr txBox="1"/>
          <p:nvPr>
            <p:ph idx="1" type="body"/>
          </p:nvPr>
        </p:nvSpPr>
        <p:spPr>
          <a:xfrm>
            <a:off x="412425" y="2016225"/>
            <a:ext cx="39999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9"/>
          <p:cNvSpPr txBox="1"/>
          <p:nvPr>
            <p:ph idx="2" type="body"/>
          </p:nvPr>
        </p:nvSpPr>
        <p:spPr>
          <a:xfrm>
            <a:off x="4832400" y="2016225"/>
            <a:ext cx="39999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6" name="Google Shape;236;p9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9"/>
          <p:cNvSpPr txBox="1"/>
          <p:nvPr>
            <p:ph idx="3" type="subTitle"/>
          </p:nvPr>
        </p:nvSpPr>
        <p:spPr>
          <a:xfrm>
            <a:off x="411475" y="1097280"/>
            <a:ext cx="7938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grpSp>
        <p:nvGrpSpPr>
          <p:cNvPr id="238" name="Google Shape;238;p9"/>
          <p:cNvGrpSpPr/>
          <p:nvPr/>
        </p:nvGrpSpPr>
        <p:grpSpPr>
          <a:xfrm>
            <a:off x="8162180" y="-64299"/>
            <a:ext cx="1089250" cy="1122044"/>
            <a:chOff x="8162180" y="-64299"/>
            <a:chExt cx="1089250" cy="1122044"/>
          </a:xfrm>
        </p:grpSpPr>
        <p:sp>
          <p:nvSpPr>
            <p:cNvPr id="239" name="Google Shape;239;p9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9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9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9"/>
          <p:cNvSpPr txBox="1"/>
          <p:nvPr>
            <p:ph idx="4" type="subTitle"/>
          </p:nvPr>
        </p:nvSpPr>
        <p:spPr>
          <a:xfrm>
            <a:off x="411475" y="1683525"/>
            <a:ext cx="29946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rata"/>
              <a:buNone/>
              <a:defRPr sz="13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rata"/>
              <a:buNone/>
              <a:defRPr sz="13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rata"/>
              <a:buNone/>
              <a:defRPr sz="13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rata"/>
              <a:buNone/>
              <a:defRPr sz="13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rata"/>
              <a:buNone/>
              <a:defRPr sz="13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rata"/>
              <a:buNone/>
              <a:defRPr sz="13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rata"/>
              <a:buNone/>
              <a:defRPr sz="13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rata"/>
              <a:buNone/>
              <a:defRPr sz="13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rata"/>
              <a:buNone/>
              <a:defRPr sz="13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247" name="Google Shape;247;p9"/>
          <p:cNvSpPr txBox="1"/>
          <p:nvPr>
            <p:ph idx="5" type="subTitle"/>
          </p:nvPr>
        </p:nvSpPr>
        <p:spPr>
          <a:xfrm>
            <a:off x="4832400" y="1683525"/>
            <a:ext cx="29946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rata"/>
              <a:buNone/>
              <a:defRPr sz="13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rata"/>
              <a:buNone/>
              <a:defRPr sz="13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rata"/>
              <a:buNone/>
              <a:defRPr sz="13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rata"/>
              <a:buNone/>
              <a:defRPr sz="13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rata"/>
              <a:buNone/>
              <a:defRPr sz="13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rata"/>
              <a:buNone/>
              <a:defRPr sz="13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rata"/>
              <a:buNone/>
              <a:defRPr sz="13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rata"/>
              <a:buNone/>
              <a:defRPr sz="13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rata"/>
              <a:buNone/>
              <a:defRPr sz="13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mages w Text" type="titleOnly">
  <p:cSld name="TITLE_ONL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>
            <p:ph idx="2" type="pic"/>
          </p:nvPr>
        </p:nvSpPr>
        <p:spPr>
          <a:xfrm>
            <a:off x="411480" y="1554480"/>
            <a:ext cx="2340900" cy="2551200"/>
          </a:xfrm>
          <a:prstGeom prst="roundRect">
            <a:avLst>
              <a:gd fmla="val 829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250" name="Google Shape;250;p10"/>
          <p:cNvSpPr/>
          <p:nvPr/>
        </p:nvSpPr>
        <p:spPr>
          <a:xfrm rot="10800000">
            <a:off x="412975" y="2799900"/>
            <a:ext cx="2337900" cy="1314900"/>
          </a:xfrm>
          <a:prstGeom prst="round2SameRect">
            <a:avLst>
              <a:gd fmla="val 14060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10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252" name="Google Shape;252;p10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10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65" name="Google Shape;265;p10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6" name="Google Shape;266;p10"/>
          <p:cNvGrpSpPr/>
          <p:nvPr/>
        </p:nvGrpSpPr>
        <p:grpSpPr>
          <a:xfrm>
            <a:off x="8162180" y="-64299"/>
            <a:ext cx="1089250" cy="1122044"/>
            <a:chOff x="8162180" y="-64299"/>
            <a:chExt cx="1089250" cy="1122044"/>
          </a:xfrm>
        </p:grpSpPr>
        <p:sp>
          <p:nvSpPr>
            <p:cNvPr id="267" name="Google Shape;267;p10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4" name="Google Shape;274;p10"/>
          <p:cNvSpPr txBox="1"/>
          <p:nvPr>
            <p:ph idx="1" type="subTitle"/>
          </p:nvPr>
        </p:nvSpPr>
        <p:spPr>
          <a:xfrm>
            <a:off x="411475" y="806825"/>
            <a:ext cx="7938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275" name="Google Shape;275;p10"/>
          <p:cNvSpPr txBox="1"/>
          <p:nvPr>
            <p:ph idx="3" type="subTitle"/>
          </p:nvPr>
        </p:nvSpPr>
        <p:spPr>
          <a:xfrm>
            <a:off x="592375" y="2919575"/>
            <a:ext cx="2012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ethink Sans"/>
              <a:buNone/>
              <a:defRPr sz="900">
                <a:solidFill>
                  <a:schemeClr val="accent1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ethink Sans"/>
              <a:buNone/>
              <a:defRPr sz="900">
                <a:solidFill>
                  <a:schemeClr val="accent1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ethink Sans"/>
              <a:buNone/>
              <a:defRPr sz="900">
                <a:solidFill>
                  <a:schemeClr val="accent1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ethink Sans"/>
              <a:buNone/>
              <a:defRPr sz="900">
                <a:solidFill>
                  <a:schemeClr val="accent1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ethink Sans"/>
              <a:buNone/>
              <a:defRPr sz="900">
                <a:solidFill>
                  <a:schemeClr val="accent1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ethink Sans"/>
              <a:buNone/>
              <a:defRPr sz="900">
                <a:solidFill>
                  <a:schemeClr val="accent1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ethink Sans"/>
              <a:buNone/>
              <a:defRPr sz="900">
                <a:solidFill>
                  <a:schemeClr val="accent1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ethink Sans"/>
              <a:buNone/>
              <a:defRPr sz="900">
                <a:solidFill>
                  <a:schemeClr val="accent1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ethink Sans"/>
              <a:buNone/>
              <a:defRPr sz="900">
                <a:solidFill>
                  <a:schemeClr val="accent1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276" name="Google Shape;276;p10"/>
          <p:cNvSpPr txBox="1"/>
          <p:nvPr>
            <p:ph idx="4" type="subTitle"/>
          </p:nvPr>
        </p:nvSpPr>
        <p:spPr>
          <a:xfrm>
            <a:off x="592375" y="3193125"/>
            <a:ext cx="2012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None/>
              <a:defRPr sz="1200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277" name="Google Shape;277;p10"/>
          <p:cNvSpPr/>
          <p:nvPr>
            <p:ph idx="5" type="pic"/>
          </p:nvPr>
        </p:nvSpPr>
        <p:spPr>
          <a:xfrm>
            <a:off x="3210030" y="1554480"/>
            <a:ext cx="2340900" cy="2551200"/>
          </a:xfrm>
          <a:prstGeom prst="roundRect">
            <a:avLst>
              <a:gd fmla="val 829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278" name="Google Shape;278;p10"/>
          <p:cNvSpPr/>
          <p:nvPr/>
        </p:nvSpPr>
        <p:spPr>
          <a:xfrm rot="10800000">
            <a:off x="3211525" y="2799900"/>
            <a:ext cx="2337900" cy="1314900"/>
          </a:xfrm>
          <a:prstGeom prst="round2SameRect">
            <a:avLst>
              <a:gd fmla="val 14060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>
            <p:ph idx="6" type="subTitle"/>
          </p:nvPr>
        </p:nvSpPr>
        <p:spPr>
          <a:xfrm>
            <a:off x="3390925" y="2919575"/>
            <a:ext cx="2012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think Sans"/>
              <a:buNone/>
              <a:defRPr sz="900"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think Sans"/>
              <a:buNone/>
              <a:defRPr sz="900"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think Sans"/>
              <a:buNone/>
              <a:defRPr sz="900"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think Sans"/>
              <a:buNone/>
              <a:defRPr sz="900"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think Sans"/>
              <a:buNone/>
              <a:defRPr sz="900"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think Sans"/>
              <a:buNone/>
              <a:defRPr sz="900"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think Sans"/>
              <a:buNone/>
              <a:defRPr sz="900"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think Sans"/>
              <a:buNone/>
              <a:defRPr sz="900"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think Sans"/>
              <a:buNone/>
              <a:defRPr sz="900"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280" name="Google Shape;280;p10"/>
          <p:cNvSpPr txBox="1"/>
          <p:nvPr>
            <p:ph idx="7" type="subTitle"/>
          </p:nvPr>
        </p:nvSpPr>
        <p:spPr>
          <a:xfrm>
            <a:off x="3390925" y="3193125"/>
            <a:ext cx="2012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None/>
              <a:defRPr sz="1200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281" name="Google Shape;281;p10"/>
          <p:cNvSpPr/>
          <p:nvPr>
            <p:ph idx="8" type="pic"/>
          </p:nvPr>
        </p:nvSpPr>
        <p:spPr>
          <a:xfrm>
            <a:off x="6008580" y="1554480"/>
            <a:ext cx="2340900" cy="2551200"/>
          </a:xfrm>
          <a:prstGeom prst="roundRect">
            <a:avLst>
              <a:gd fmla="val 829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282" name="Google Shape;282;p10"/>
          <p:cNvSpPr/>
          <p:nvPr/>
        </p:nvSpPr>
        <p:spPr>
          <a:xfrm rot="10800000">
            <a:off x="6010075" y="2799900"/>
            <a:ext cx="2337900" cy="1314900"/>
          </a:xfrm>
          <a:prstGeom prst="round2SameRect">
            <a:avLst>
              <a:gd fmla="val 14060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 txBox="1"/>
          <p:nvPr>
            <p:ph idx="9" type="subTitle"/>
          </p:nvPr>
        </p:nvSpPr>
        <p:spPr>
          <a:xfrm>
            <a:off x="6189475" y="2919575"/>
            <a:ext cx="2012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Rethink Sans"/>
              <a:buNone/>
              <a:defRPr sz="900">
                <a:solidFill>
                  <a:schemeClr val="accent3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Rethink Sans"/>
              <a:buNone/>
              <a:defRPr sz="900">
                <a:solidFill>
                  <a:schemeClr val="accent3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Rethink Sans"/>
              <a:buNone/>
              <a:defRPr sz="900">
                <a:solidFill>
                  <a:schemeClr val="accent3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Rethink Sans"/>
              <a:buNone/>
              <a:defRPr sz="900">
                <a:solidFill>
                  <a:schemeClr val="accent3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Rethink Sans"/>
              <a:buNone/>
              <a:defRPr sz="900">
                <a:solidFill>
                  <a:schemeClr val="accent3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Rethink Sans"/>
              <a:buNone/>
              <a:defRPr sz="900">
                <a:solidFill>
                  <a:schemeClr val="accent3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Rethink Sans"/>
              <a:buNone/>
              <a:defRPr sz="900">
                <a:solidFill>
                  <a:schemeClr val="accent3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Rethink Sans"/>
              <a:buNone/>
              <a:defRPr sz="900">
                <a:solidFill>
                  <a:schemeClr val="accent3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Rethink Sans"/>
              <a:buNone/>
              <a:defRPr sz="900">
                <a:solidFill>
                  <a:schemeClr val="accent3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284" name="Google Shape;284;p10"/>
          <p:cNvSpPr txBox="1"/>
          <p:nvPr>
            <p:ph idx="13" type="subTitle"/>
          </p:nvPr>
        </p:nvSpPr>
        <p:spPr>
          <a:xfrm>
            <a:off x="6189475" y="3193125"/>
            <a:ext cx="2012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None/>
              <a:defRPr sz="1200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ircles Purple">
  <p:cSld name="TITLE_ONLY_2">
    <p:bg>
      <p:bgPr>
        <a:solidFill>
          <a:srgbClr val="E9E7F8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/>
          <p:nvPr>
            <p:ph idx="2" type="pic"/>
          </p:nvPr>
        </p:nvSpPr>
        <p:spPr>
          <a:xfrm>
            <a:off x="1908575" y="940900"/>
            <a:ext cx="2560200" cy="2560200"/>
          </a:xfrm>
          <a:prstGeom prst="ellipse">
            <a:avLst/>
          </a:prstGeom>
          <a:noFill/>
          <a:ln cap="flat" cmpd="sng" w="76200">
            <a:solidFill>
              <a:srgbClr val="DFDDF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1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88" name="Google Shape;288;p11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11"/>
          <p:cNvSpPr txBox="1"/>
          <p:nvPr>
            <p:ph idx="1" type="subTitle"/>
          </p:nvPr>
        </p:nvSpPr>
        <p:spPr>
          <a:xfrm>
            <a:off x="348225" y="1919575"/>
            <a:ext cx="135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290" name="Google Shape;290;p11"/>
          <p:cNvSpPr/>
          <p:nvPr/>
        </p:nvSpPr>
        <p:spPr>
          <a:xfrm rot="10800000">
            <a:off x="348225" y="1771588"/>
            <a:ext cx="1353300" cy="13800"/>
          </a:xfrm>
          <a:prstGeom prst="rect">
            <a:avLst/>
          </a:prstGeom>
          <a:gradFill>
            <a:gsLst>
              <a:gs pos="0">
                <a:srgbClr val="754DC1"/>
              </a:gs>
              <a:gs pos="100000">
                <a:srgbClr val="FD411C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/>
          <p:nvPr>
            <p:ph idx="3" type="pic"/>
          </p:nvPr>
        </p:nvSpPr>
        <p:spPr>
          <a:xfrm>
            <a:off x="4526400" y="2744875"/>
            <a:ext cx="2560200" cy="2560200"/>
          </a:xfrm>
          <a:prstGeom prst="ellipse">
            <a:avLst/>
          </a:prstGeom>
          <a:noFill/>
          <a:ln cap="flat" cmpd="sng" w="76200">
            <a:solidFill>
              <a:srgbClr val="DFDDF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1"/>
          <p:cNvSpPr/>
          <p:nvPr>
            <p:ph idx="4" type="pic"/>
          </p:nvPr>
        </p:nvSpPr>
        <p:spPr>
          <a:xfrm>
            <a:off x="6619350" y="337675"/>
            <a:ext cx="2560200" cy="2560200"/>
          </a:xfrm>
          <a:prstGeom prst="ellipse">
            <a:avLst/>
          </a:prstGeom>
          <a:noFill/>
          <a:ln cap="flat" cmpd="sng" w="76200">
            <a:solidFill>
              <a:srgbClr val="DFDDF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1"/>
          <p:cNvSpPr txBox="1"/>
          <p:nvPr>
            <p:ph idx="5" type="subTitle"/>
          </p:nvPr>
        </p:nvSpPr>
        <p:spPr>
          <a:xfrm>
            <a:off x="2881700" y="4020250"/>
            <a:ext cx="135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294" name="Google Shape;294;p11"/>
          <p:cNvSpPr/>
          <p:nvPr/>
        </p:nvSpPr>
        <p:spPr>
          <a:xfrm rot="10800000">
            <a:off x="2881700" y="3872263"/>
            <a:ext cx="1353300" cy="13800"/>
          </a:xfrm>
          <a:prstGeom prst="rect">
            <a:avLst/>
          </a:prstGeom>
          <a:gradFill>
            <a:gsLst>
              <a:gs pos="0">
                <a:srgbClr val="754DC1"/>
              </a:gs>
              <a:gs pos="100000">
                <a:srgbClr val="FD411C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 txBox="1"/>
          <p:nvPr>
            <p:ph idx="6" type="subTitle"/>
          </p:nvPr>
        </p:nvSpPr>
        <p:spPr>
          <a:xfrm>
            <a:off x="5062788" y="1279113"/>
            <a:ext cx="135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296" name="Google Shape;296;p11"/>
          <p:cNvSpPr/>
          <p:nvPr/>
        </p:nvSpPr>
        <p:spPr>
          <a:xfrm rot="10800000">
            <a:off x="5062788" y="1131125"/>
            <a:ext cx="1353300" cy="13800"/>
          </a:xfrm>
          <a:prstGeom prst="rect">
            <a:avLst/>
          </a:prstGeom>
          <a:gradFill>
            <a:gsLst>
              <a:gs pos="0">
                <a:srgbClr val="754DC1"/>
              </a:gs>
              <a:gs pos="100000">
                <a:srgbClr val="FD411C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Text - Multi Icon">
  <p:cSld name="TITLE_ONLY_1_2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12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299" name="Google Shape;299;p12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2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2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2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2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2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2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2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2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2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p12"/>
          <p:cNvSpPr txBox="1"/>
          <p:nvPr>
            <p:ph type="title"/>
          </p:nvPr>
        </p:nvSpPr>
        <p:spPr>
          <a:xfrm>
            <a:off x="411475" y="228600"/>
            <a:ext cx="6920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12" name="Google Shape;312;p12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12"/>
          <p:cNvSpPr txBox="1"/>
          <p:nvPr>
            <p:ph idx="1" type="subTitle"/>
          </p:nvPr>
        </p:nvSpPr>
        <p:spPr>
          <a:xfrm>
            <a:off x="411475" y="806825"/>
            <a:ext cx="6653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314" name="Google Shape;314;p12"/>
          <p:cNvSpPr txBox="1"/>
          <p:nvPr>
            <p:ph idx="2" type="subTitle"/>
          </p:nvPr>
        </p:nvSpPr>
        <p:spPr>
          <a:xfrm>
            <a:off x="4114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315" name="Google Shape;315;p12"/>
          <p:cNvSpPr txBox="1"/>
          <p:nvPr>
            <p:ph idx="3" type="subTitle"/>
          </p:nvPr>
        </p:nvSpPr>
        <p:spPr>
          <a:xfrm>
            <a:off x="4114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316" name="Google Shape;316;p12"/>
          <p:cNvSpPr txBox="1"/>
          <p:nvPr>
            <p:ph idx="4" type="subTitle"/>
          </p:nvPr>
        </p:nvSpPr>
        <p:spPr>
          <a:xfrm>
            <a:off x="23848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317" name="Google Shape;317;p12"/>
          <p:cNvSpPr txBox="1"/>
          <p:nvPr>
            <p:ph idx="5" type="subTitle"/>
          </p:nvPr>
        </p:nvSpPr>
        <p:spPr>
          <a:xfrm>
            <a:off x="23848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318" name="Google Shape;318;p12"/>
          <p:cNvSpPr txBox="1"/>
          <p:nvPr>
            <p:ph idx="6" type="subTitle"/>
          </p:nvPr>
        </p:nvSpPr>
        <p:spPr>
          <a:xfrm>
            <a:off x="43582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319" name="Google Shape;319;p12"/>
          <p:cNvSpPr txBox="1"/>
          <p:nvPr>
            <p:ph idx="7" type="subTitle"/>
          </p:nvPr>
        </p:nvSpPr>
        <p:spPr>
          <a:xfrm>
            <a:off x="43582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320" name="Google Shape;320;p12"/>
          <p:cNvSpPr txBox="1"/>
          <p:nvPr>
            <p:ph idx="8" type="subTitle"/>
          </p:nvPr>
        </p:nvSpPr>
        <p:spPr>
          <a:xfrm>
            <a:off x="63316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321" name="Google Shape;321;p12"/>
          <p:cNvSpPr txBox="1"/>
          <p:nvPr>
            <p:ph idx="9" type="subTitle"/>
          </p:nvPr>
        </p:nvSpPr>
        <p:spPr>
          <a:xfrm>
            <a:off x="63316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322" name="Google Shape;322;p12"/>
          <p:cNvSpPr/>
          <p:nvPr>
            <p:ph idx="13" type="pic"/>
          </p:nvPr>
        </p:nvSpPr>
        <p:spPr>
          <a:xfrm>
            <a:off x="7782400" y="338663"/>
            <a:ext cx="937800" cy="937800"/>
          </a:xfrm>
          <a:prstGeom prst="ellipse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Images">
  <p:cSld name="TITLE_ONLY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13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325" name="Google Shape;325;p13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3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7" name="Google Shape;337;p13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38" name="Google Shape;338;p13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39" name="Google Shape;339;p13"/>
          <p:cNvGrpSpPr/>
          <p:nvPr/>
        </p:nvGrpSpPr>
        <p:grpSpPr>
          <a:xfrm>
            <a:off x="8162180" y="-64299"/>
            <a:ext cx="1089250" cy="1122044"/>
            <a:chOff x="8162180" y="-64299"/>
            <a:chExt cx="1089250" cy="1122044"/>
          </a:xfrm>
        </p:grpSpPr>
        <p:sp>
          <p:nvSpPr>
            <p:cNvPr id="340" name="Google Shape;340;p13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3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3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13"/>
          <p:cNvSpPr txBox="1"/>
          <p:nvPr>
            <p:ph idx="1" type="subTitle"/>
          </p:nvPr>
        </p:nvSpPr>
        <p:spPr>
          <a:xfrm>
            <a:off x="411475" y="806825"/>
            <a:ext cx="7632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348" name="Google Shape;348;p13"/>
          <p:cNvSpPr/>
          <p:nvPr>
            <p:ph idx="2" type="pic"/>
          </p:nvPr>
        </p:nvSpPr>
        <p:spPr>
          <a:xfrm>
            <a:off x="411475" y="1580525"/>
            <a:ext cx="1143000" cy="1076400"/>
          </a:xfrm>
          <a:prstGeom prst="roundRect">
            <a:avLst>
              <a:gd fmla="val 13292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349" name="Google Shape;349;p13"/>
          <p:cNvSpPr txBox="1"/>
          <p:nvPr>
            <p:ph idx="3" type="subTitle"/>
          </p:nvPr>
        </p:nvSpPr>
        <p:spPr>
          <a:xfrm>
            <a:off x="411475" y="274765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Prata"/>
              <a:buNone/>
              <a:defRPr sz="40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350" name="Google Shape;350;p13"/>
          <p:cNvSpPr txBox="1"/>
          <p:nvPr>
            <p:ph idx="4" type="subTitle"/>
          </p:nvPr>
        </p:nvSpPr>
        <p:spPr>
          <a:xfrm>
            <a:off x="411475" y="3398925"/>
            <a:ext cx="1216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351" name="Google Shape;351;p13"/>
          <p:cNvSpPr/>
          <p:nvPr>
            <p:ph idx="5" type="pic"/>
          </p:nvPr>
        </p:nvSpPr>
        <p:spPr>
          <a:xfrm>
            <a:off x="2216550" y="1580525"/>
            <a:ext cx="1143000" cy="1076400"/>
          </a:xfrm>
          <a:prstGeom prst="roundRect">
            <a:avLst>
              <a:gd fmla="val 13292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352" name="Google Shape;352;p13"/>
          <p:cNvSpPr txBox="1"/>
          <p:nvPr>
            <p:ph idx="6" type="subTitle"/>
          </p:nvPr>
        </p:nvSpPr>
        <p:spPr>
          <a:xfrm>
            <a:off x="2216550" y="274765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Font typeface="Prata"/>
              <a:buNone/>
              <a:defRPr sz="4000"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353" name="Google Shape;353;p13"/>
          <p:cNvSpPr txBox="1"/>
          <p:nvPr>
            <p:ph idx="7" type="subTitle"/>
          </p:nvPr>
        </p:nvSpPr>
        <p:spPr>
          <a:xfrm>
            <a:off x="2216550" y="3398925"/>
            <a:ext cx="1216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354" name="Google Shape;354;p13"/>
          <p:cNvSpPr/>
          <p:nvPr>
            <p:ph idx="8" type="pic"/>
          </p:nvPr>
        </p:nvSpPr>
        <p:spPr>
          <a:xfrm>
            <a:off x="4021625" y="1580525"/>
            <a:ext cx="1143000" cy="1076400"/>
          </a:xfrm>
          <a:prstGeom prst="roundRect">
            <a:avLst>
              <a:gd fmla="val 13292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355" name="Google Shape;355;p13"/>
          <p:cNvSpPr txBox="1"/>
          <p:nvPr>
            <p:ph idx="9" type="subTitle"/>
          </p:nvPr>
        </p:nvSpPr>
        <p:spPr>
          <a:xfrm>
            <a:off x="4021625" y="274765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Prata"/>
              <a:buNone/>
              <a:defRPr sz="40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Prata"/>
              <a:buNone/>
              <a:defRPr sz="17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356" name="Google Shape;356;p13"/>
          <p:cNvSpPr/>
          <p:nvPr>
            <p:ph idx="13" type="pic"/>
          </p:nvPr>
        </p:nvSpPr>
        <p:spPr>
          <a:xfrm>
            <a:off x="5826700" y="1580525"/>
            <a:ext cx="1143000" cy="1076400"/>
          </a:xfrm>
          <a:prstGeom prst="roundRect">
            <a:avLst>
              <a:gd fmla="val 13292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357" name="Google Shape;357;p13"/>
          <p:cNvSpPr txBox="1"/>
          <p:nvPr>
            <p:ph idx="14" type="subTitle"/>
          </p:nvPr>
        </p:nvSpPr>
        <p:spPr>
          <a:xfrm>
            <a:off x="5826700" y="274765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ata"/>
              <a:buNone/>
              <a:defRPr sz="40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Prata"/>
              <a:buNone/>
              <a:defRPr sz="17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Prata"/>
              <a:buNone/>
              <a:defRPr sz="17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Prata"/>
              <a:buNone/>
              <a:defRPr sz="17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Prata"/>
              <a:buNone/>
              <a:defRPr sz="17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Prata"/>
              <a:buNone/>
              <a:defRPr sz="17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Prata"/>
              <a:buNone/>
              <a:defRPr sz="17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Prata"/>
              <a:buNone/>
              <a:defRPr sz="17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Prata"/>
              <a:buNone/>
              <a:defRPr sz="17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358" name="Google Shape;358;p13"/>
          <p:cNvSpPr txBox="1"/>
          <p:nvPr>
            <p:ph idx="15" type="subTitle"/>
          </p:nvPr>
        </p:nvSpPr>
        <p:spPr>
          <a:xfrm>
            <a:off x="4021625" y="3398925"/>
            <a:ext cx="1216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359" name="Google Shape;359;p13"/>
          <p:cNvSpPr txBox="1"/>
          <p:nvPr>
            <p:ph idx="16" type="subTitle"/>
          </p:nvPr>
        </p:nvSpPr>
        <p:spPr>
          <a:xfrm>
            <a:off x="5826700" y="3398925"/>
            <a:ext cx="1216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C - Left Small Image">
  <p:cSld name="TITLE_ONLY_1_1_2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4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362" name="Google Shape;362;p14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14"/>
          <p:cNvSpPr txBox="1"/>
          <p:nvPr>
            <p:ph type="title"/>
          </p:nvPr>
        </p:nvSpPr>
        <p:spPr>
          <a:xfrm>
            <a:off x="4702850" y="228600"/>
            <a:ext cx="28254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75" name="Google Shape;375;p14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76" name="Google Shape;376;p14"/>
          <p:cNvGrpSpPr/>
          <p:nvPr/>
        </p:nvGrpSpPr>
        <p:grpSpPr>
          <a:xfrm>
            <a:off x="-76545" y="-64299"/>
            <a:ext cx="1089250" cy="1122044"/>
            <a:chOff x="8162180" y="-64299"/>
            <a:chExt cx="1089250" cy="1122044"/>
          </a:xfrm>
        </p:grpSpPr>
        <p:sp>
          <p:nvSpPr>
            <p:cNvPr id="377" name="Google Shape;377;p14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4" name="Google Shape;384;p14"/>
          <p:cNvSpPr/>
          <p:nvPr>
            <p:ph idx="2" type="pic"/>
          </p:nvPr>
        </p:nvSpPr>
        <p:spPr>
          <a:xfrm>
            <a:off x="412425" y="432000"/>
            <a:ext cx="3739800" cy="4016400"/>
          </a:xfrm>
          <a:prstGeom prst="roundRect">
            <a:avLst>
              <a:gd fmla="val 6561" name="adj"/>
            </a:avLst>
          </a:prstGeom>
          <a:noFill/>
          <a:ln>
            <a:noFill/>
          </a:ln>
        </p:spPr>
      </p:sp>
      <p:sp>
        <p:nvSpPr>
          <p:cNvPr id="385" name="Google Shape;385;p14"/>
          <p:cNvSpPr txBox="1"/>
          <p:nvPr>
            <p:ph idx="1" type="body"/>
          </p:nvPr>
        </p:nvSpPr>
        <p:spPr>
          <a:xfrm>
            <a:off x="4703800" y="1302575"/>
            <a:ext cx="4016400" cy="3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C - Right Small Image">
  <p:cSld name="TITLE_ONLY_1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15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388" name="Google Shape;388;p15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15"/>
          <p:cNvSpPr txBox="1"/>
          <p:nvPr>
            <p:ph type="title"/>
          </p:nvPr>
        </p:nvSpPr>
        <p:spPr>
          <a:xfrm>
            <a:off x="411475" y="228600"/>
            <a:ext cx="28254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01" name="Google Shape;401;p15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02" name="Google Shape;402;p15"/>
          <p:cNvGrpSpPr/>
          <p:nvPr/>
        </p:nvGrpSpPr>
        <p:grpSpPr>
          <a:xfrm>
            <a:off x="8162180" y="-64299"/>
            <a:ext cx="1089250" cy="1122044"/>
            <a:chOff x="8162180" y="-64299"/>
            <a:chExt cx="1089250" cy="1122044"/>
          </a:xfrm>
        </p:grpSpPr>
        <p:sp>
          <p:nvSpPr>
            <p:cNvPr id="403" name="Google Shape;403;p15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15"/>
          <p:cNvSpPr txBox="1"/>
          <p:nvPr>
            <p:ph idx="1" type="body"/>
          </p:nvPr>
        </p:nvSpPr>
        <p:spPr>
          <a:xfrm>
            <a:off x="412425" y="1302575"/>
            <a:ext cx="4016400" cy="3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1" name="Google Shape;411;p15"/>
          <p:cNvSpPr/>
          <p:nvPr>
            <p:ph idx="2" type="pic"/>
          </p:nvPr>
        </p:nvSpPr>
        <p:spPr>
          <a:xfrm>
            <a:off x="4854825" y="432000"/>
            <a:ext cx="3739800" cy="4016400"/>
          </a:xfrm>
          <a:prstGeom prst="roundRect">
            <a:avLst>
              <a:gd fmla="val 65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C - Right Image">
  <p:cSld name="TITLE_ONLY_1_1_2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16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16"/>
          <p:cNvSpPr txBox="1"/>
          <p:nvPr>
            <p:ph type="title"/>
          </p:nvPr>
        </p:nvSpPr>
        <p:spPr>
          <a:xfrm>
            <a:off x="411475" y="228600"/>
            <a:ext cx="28254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16" name="Google Shape;416;p16"/>
          <p:cNvSpPr txBox="1"/>
          <p:nvPr>
            <p:ph idx="1" type="body"/>
          </p:nvPr>
        </p:nvSpPr>
        <p:spPr>
          <a:xfrm>
            <a:off x="412425" y="1302575"/>
            <a:ext cx="4016400" cy="3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C - Left Small Image">
  <p:cSld name="TITLE_ONLY_1_1_2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19" name="Google Shape;419;p17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420" name="Google Shape;420;p17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17"/>
          <p:cNvSpPr txBox="1"/>
          <p:nvPr>
            <p:ph type="title"/>
          </p:nvPr>
        </p:nvSpPr>
        <p:spPr>
          <a:xfrm>
            <a:off x="4797250" y="228600"/>
            <a:ext cx="28254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33" name="Google Shape;433;p17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17"/>
          <p:cNvSpPr txBox="1"/>
          <p:nvPr>
            <p:ph idx="1" type="body"/>
          </p:nvPr>
        </p:nvSpPr>
        <p:spPr>
          <a:xfrm>
            <a:off x="4798200" y="1302575"/>
            <a:ext cx="4016400" cy="3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TITLE_ONLY_1_1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18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38" name="Google Shape;438;p18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MAIN_POINT">
    <p:bg>
      <p:bgPr>
        <a:solidFill>
          <a:schemeClr val="dk2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9"/>
          <p:cNvSpPr txBox="1"/>
          <p:nvPr>
            <p:ph type="title"/>
          </p:nvPr>
        </p:nvSpPr>
        <p:spPr>
          <a:xfrm>
            <a:off x="1388100" y="1529700"/>
            <a:ext cx="6367800" cy="20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1" name="Google Shape;441;p19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403800" y="4585025"/>
            <a:ext cx="1048500" cy="32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pic>
        <p:nvPicPr>
          <p:cNvPr id="443" name="Google Shape;443;p19" title="CRI_Logo_RGB_REV@2x.png"/>
          <p:cNvPicPr preferRelativeResize="0"/>
          <p:nvPr/>
        </p:nvPicPr>
        <p:blipFill rotWithShape="1">
          <a:blip r:embed="rId2">
            <a:alphaModFix/>
          </a:blip>
          <a:srcRect b="0" l="29" r="29" t="0"/>
          <a:stretch/>
        </p:blipFill>
        <p:spPr>
          <a:xfrm>
            <a:off x="412425" y="4645152"/>
            <a:ext cx="832104" cy="27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4" name="Google Shape;444;p19"/>
          <p:cNvGrpSpPr/>
          <p:nvPr/>
        </p:nvGrpSpPr>
        <p:grpSpPr>
          <a:xfrm>
            <a:off x="4387432" y="843147"/>
            <a:ext cx="369150" cy="369150"/>
            <a:chOff x="4274250" y="1064013"/>
            <a:chExt cx="595500" cy="595500"/>
          </a:xfrm>
        </p:grpSpPr>
        <p:sp>
          <p:nvSpPr>
            <p:cNvPr id="445" name="Google Shape;445;p19"/>
            <p:cNvSpPr/>
            <p:nvPr/>
          </p:nvSpPr>
          <p:spPr>
            <a:xfrm>
              <a:off x="4274250" y="1064013"/>
              <a:ext cx="595500" cy="595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6675" lIns="56675" spcFirstLastPara="1" rIns="56675" wrap="square" tIns="56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7"/>
                <a:buFont typeface="Arial"/>
                <a:buNone/>
              </a:pPr>
              <a:r>
                <a:t/>
              </a:r>
              <a:endParaRPr b="0" i="0" sz="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6" name="Google Shape;446;p19" title="quote mark_gradient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30400" y="1239475"/>
              <a:ext cx="283200" cy="244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7" name="Google Shape;447;p19"/>
          <p:cNvSpPr txBox="1"/>
          <p:nvPr>
            <p:ph idx="1" type="subTitle"/>
          </p:nvPr>
        </p:nvSpPr>
        <p:spPr>
          <a:xfrm>
            <a:off x="2743950" y="3685475"/>
            <a:ext cx="3656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ethink Sans SemiBold"/>
              <a:buNone/>
              <a:defRPr sz="1200">
                <a:solidFill>
                  <a:schemeClr val="accent4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ethink Sans SemiBold"/>
              <a:buNone/>
              <a:defRPr sz="1200">
                <a:solidFill>
                  <a:schemeClr val="accent4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ethink Sans SemiBold"/>
              <a:buNone/>
              <a:defRPr sz="1200">
                <a:solidFill>
                  <a:schemeClr val="accent4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ethink Sans SemiBold"/>
              <a:buNone/>
              <a:defRPr sz="1200">
                <a:solidFill>
                  <a:schemeClr val="accent4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ethink Sans SemiBold"/>
              <a:buNone/>
              <a:defRPr sz="1200">
                <a:solidFill>
                  <a:schemeClr val="accent4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ethink Sans SemiBold"/>
              <a:buNone/>
              <a:defRPr sz="1200">
                <a:solidFill>
                  <a:schemeClr val="accent4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ethink Sans SemiBold"/>
              <a:buNone/>
              <a:defRPr sz="1200">
                <a:solidFill>
                  <a:schemeClr val="accent4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ethink Sans SemiBold"/>
              <a:buNone/>
              <a:defRPr sz="1200">
                <a:solidFill>
                  <a:schemeClr val="accent4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ethink Sans SemiBold"/>
              <a:buNone/>
              <a:defRPr sz="1200">
                <a:solidFill>
                  <a:schemeClr val="accent4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9pPr>
          </a:lstStyle>
          <a:p/>
        </p:txBody>
      </p:sp>
      <p:sp>
        <p:nvSpPr>
          <p:cNvPr id="448" name="Google Shape;448;p19"/>
          <p:cNvSpPr txBox="1"/>
          <p:nvPr>
            <p:ph idx="2" type="subTitle"/>
          </p:nvPr>
        </p:nvSpPr>
        <p:spPr>
          <a:xfrm>
            <a:off x="2743950" y="3905888"/>
            <a:ext cx="3656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449" name="Google Shape;449;p19"/>
          <p:cNvGrpSpPr/>
          <p:nvPr/>
        </p:nvGrpSpPr>
        <p:grpSpPr>
          <a:xfrm>
            <a:off x="6551683" y="3598106"/>
            <a:ext cx="2656848" cy="1545228"/>
            <a:chOff x="6265325" y="3431526"/>
            <a:chExt cx="2943550" cy="1711974"/>
          </a:xfrm>
        </p:grpSpPr>
        <p:pic>
          <p:nvPicPr>
            <p:cNvPr id="450" name="Google Shape;450;p19" title="bottom dots_clors.png"/>
            <p:cNvPicPr preferRelativeResize="0"/>
            <p:nvPr/>
          </p:nvPicPr>
          <p:blipFill rotWithShape="1">
            <a:blip r:embed="rId4">
              <a:alphaModFix/>
            </a:blip>
            <a:srcRect b="0" l="76757" r="0" t="0"/>
            <a:stretch/>
          </p:blipFill>
          <p:spPr>
            <a:xfrm>
              <a:off x="6265325" y="4640161"/>
              <a:ext cx="2940914" cy="5033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19" title="bottom dots_clors.png"/>
            <p:cNvPicPr preferRelativeResize="0"/>
            <p:nvPr/>
          </p:nvPicPr>
          <p:blipFill rotWithShape="1">
            <a:blip r:embed="rId4">
              <a:alphaModFix/>
            </a:blip>
            <a:srcRect b="0" l="78375" r="12174" t="606"/>
            <a:stretch/>
          </p:blipFill>
          <p:spPr>
            <a:xfrm rot="-5400000">
              <a:off x="8360856" y="3779231"/>
              <a:ext cx="1195724" cy="5003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MAIN_POINT_2">
    <p:bg>
      <p:bgPr>
        <a:solidFill>
          <a:schemeClr val="dk2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oogle Shape;453;p20"/>
          <p:cNvGrpSpPr/>
          <p:nvPr/>
        </p:nvGrpSpPr>
        <p:grpSpPr>
          <a:xfrm>
            <a:off x="6549923" y="2885084"/>
            <a:ext cx="2657857" cy="2257802"/>
            <a:chOff x="6068313" y="2475649"/>
            <a:chExt cx="3140562" cy="2667851"/>
          </a:xfrm>
        </p:grpSpPr>
        <p:pic>
          <p:nvPicPr>
            <p:cNvPr id="454" name="Google Shape;454;p20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0" l="76757" r="0" t="0"/>
            <a:stretch/>
          </p:blipFill>
          <p:spPr>
            <a:xfrm>
              <a:off x="6068313" y="4606475"/>
              <a:ext cx="3137750" cy="53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20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0" l="78376" r="5941" t="606"/>
            <a:stretch/>
          </p:blipFill>
          <p:spPr>
            <a:xfrm rot="-5400000">
              <a:off x="7883449" y="3267274"/>
              <a:ext cx="2117051" cy="5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20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23125" l="78376" r="8904" t="602"/>
            <a:stretch/>
          </p:blipFill>
          <p:spPr>
            <a:xfrm rot="-5400000">
              <a:off x="7597905" y="3529337"/>
              <a:ext cx="1717101" cy="40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20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23728" l="72094" r="15594" t="0"/>
            <a:stretch/>
          </p:blipFill>
          <p:spPr>
            <a:xfrm rot="-5400000">
              <a:off x="7149675" y="3556925"/>
              <a:ext cx="1661925" cy="409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8" name="Google Shape;458;p20"/>
          <p:cNvSpPr txBox="1"/>
          <p:nvPr>
            <p:ph type="title"/>
          </p:nvPr>
        </p:nvSpPr>
        <p:spPr>
          <a:xfrm>
            <a:off x="412425" y="1529700"/>
            <a:ext cx="73053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9" name="Google Shape;459;p20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20"/>
          <p:cNvSpPr/>
          <p:nvPr/>
        </p:nvSpPr>
        <p:spPr>
          <a:xfrm>
            <a:off x="403800" y="4585025"/>
            <a:ext cx="1048500" cy="32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pic>
        <p:nvPicPr>
          <p:cNvPr id="461" name="Google Shape;461;p20" title="CRI_Logo_RGB_REV@2x.png"/>
          <p:cNvPicPr preferRelativeResize="0"/>
          <p:nvPr/>
        </p:nvPicPr>
        <p:blipFill rotWithShape="1">
          <a:blip r:embed="rId3">
            <a:alphaModFix/>
          </a:blip>
          <a:srcRect b="0" l="29" r="29" t="0"/>
          <a:stretch/>
        </p:blipFill>
        <p:spPr>
          <a:xfrm>
            <a:off x="412425" y="4645152"/>
            <a:ext cx="832104" cy="27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20"/>
          <p:cNvGrpSpPr/>
          <p:nvPr/>
        </p:nvGrpSpPr>
        <p:grpSpPr>
          <a:xfrm>
            <a:off x="412432" y="843147"/>
            <a:ext cx="369150" cy="369150"/>
            <a:chOff x="4274250" y="1064013"/>
            <a:chExt cx="595500" cy="595500"/>
          </a:xfrm>
        </p:grpSpPr>
        <p:sp>
          <p:nvSpPr>
            <p:cNvPr id="463" name="Google Shape;463;p20"/>
            <p:cNvSpPr/>
            <p:nvPr/>
          </p:nvSpPr>
          <p:spPr>
            <a:xfrm>
              <a:off x="4274250" y="1064013"/>
              <a:ext cx="595500" cy="595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6675" lIns="56675" spcFirstLastPara="1" rIns="56675" wrap="square" tIns="56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7"/>
                <a:buFont typeface="Arial"/>
                <a:buNone/>
              </a:pPr>
              <a:r>
                <a:t/>
              </a:r>
              <a:endParaRPr b="0" i="0" sz="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4" name="Google Shape;464;p20" title="quote mark_gradient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30400" y="1239475"/>
              <a:ext cx="283200" cy="244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Google Shape;465;p20"/>
          <p:cNvSpPr txBox="1"/>
          <p:nvPr>
            <p:ph idx="1" type="subTitle"/>
          </p:nvPr>
        </p:nvSpPr>
        <p:spPr>
          <a:xfrm>
            <a:off x="1070175" y="826913"/>
            <a:ext cx="3656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9pPr>
          </a:lstStyle>
          <a:p/>
        </p:txBody>
      </p:sp>
      <p:sp>
        <p:nvSpPr>
          <p:cNvPr id="466" name="Google Shape;466;p20"/>
          <p:cNvSpPr txBox="1"/>
          <p:nvPr>
            <p:ph idx="2" type="subTitle"/>
          </p:nvPr>
        </p:nvSpPr>
        <p:spPr>
          <a:xfrm>
            <a:off x="1070175" y="1047325"/>
            <a:ext cx="3656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MAIN_POINT_2_1">
    <p:bg>
      <p:bgPr>
        <a:solidFill>
          <a:schemeClr val="dk2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1"/>
          <p:cNvGrpSpPr/>
          <p:nvPr/>
        </p:nvGrpSpPr>
        <p:grpSpPr>
          <a:xfrm>
            <a:off x="6549923" y="2885084"/>
            <a:ext cx="2657857" cy="2257802"/>
            <a:chOff x="6068313" y="2475649"/>
            <a:chExt cx="3140562" cy="2667851"/>
          </a:xfrm>
        </p:grpSpPr>
        <p:pic>
          <p:nvPicPr>
            <p:cNvPr id="469" name="Google Shape;469;p21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0" l="76757" r="0" t="0"/>
            <a:stretch/>
          </p:blipFill>
          <p:spPr>
            <a:xfrm>
              <a:off x="6068313" y="4606475"/>
              <a:ext cx="3137750" cy="53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21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0" l="78376" r="5941" t="606"/>
            <a:stretch/>
          </p:blipFill>
          <p:spPr>
            <a:xfrm rot="-5400000">
              <a:off x="7883449" y="3267274"/>
              <a:ext cx="2117051" cy="5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21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23125" l="78376" r="8904" t="602"/>
            <a:stretch/>
          </p:blipFill>
          <p:spPr>
            <a:xfrm rot="-5400000">
              <a:off x="7597905" y="3529337"/>
              <a:ext cx="1717101" cy="40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21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23728" l="72094" r="15594" t="0"/>
            <a:stretch/>
          </p:blipFill>
          <p:spPr>
            <a:xfrm rot="-5400000">
              <a:off x="7149675" y="3556925"/>
              <a:ext cx="1661925" cy="409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3" name="Google Shape;473;p21"/>
          <p:cNvSpPr txBox="1"/>
          <p:nvPr>
            <p:ph type="title"/>
          </p:nvPr>
        </p:nvSpPr>
        <p:spPr>
          <a:xfrm>
            <a:off x="3219450" y="1529700"/>
            <a:ext cx="4596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4" name="Google Shape;474;p21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403800" y="4585025"/>
            <a:ext cx="1048500" cy="32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pic>
        <p:nvPicPr>
          <p:cNvPr id="476" name="Google Shape;476;p21" title="CRI_Logo_RGB_REV@2x.png"/>
          <p:cNvPicPr preferRelativeResize="0"/>
          <p:nvPr/>
        </p:nvPicPr>
        <p:blipFill rotWithShape="1">
          <a:blip r:embed="rId3">
            <a:alphaModFix/>
          </a:blip>
          <a:srcRect b="0" l="29" r="29" t="0"/>
          <a:stretch/>
        </p:blipFill>
        <p:spPr>
          <a:xfrm>
            <a:off x="412425" y="4645152"/>
            <a:ext cx="832104" cy="27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21"/>
          <p:cNvGrpSpPr/>
          <p:nvPr/>
        </p:nvGrpSpPr>
        <p:grpSpPr>
          <a:xfrm>
            <a:off x="3219457" y="843147"/>
            <a:ext cx="369150" cy="369150"/>
            <a:chOff x="4274250" y="1064013"/>
            <a:chExt cx="595500" cy="595500"/>
          </a:xfrm>
        </p:grpSpPr>
        <p:sp>
          <p:nvSpPr>
            <p:cNvPr id="478" name="Google Shape;478;p21"/>
            <p:cNvSpPr/>
            <p:nvPr/>
          </p:nvSpPr>
          <p:spPr>
            <a:xfrm>
              <a:off x="4274250" y="1064013"/>
              <a:ext cx="595500" cy="595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6675" lIns="56675" spcFirstLastPara="1" rIns="56675" wrap="square" tIns="56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7"/>
                <a:buFont typeface="Arial"/>
                <a:buNone/>
              </a:pPr>
              <a:r>
                <a:t/>
              </a:r>
              <a:endParaRPr b="0" i="0" sz="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9" name="Google Shape;479;p21" title="quote mark_gradient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30400" y="1239475"/>
              <a:ext cx="283200" cy="244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0" name="Google Shape;480;p21"/>
          <p:cNvSpPr/>
          <p:nvPr>
            <p:ph idx="2" type="pic"/>
          </p:nvPr>
        </p:nvSpPr>
        <p:spPr>
          <a:xfrm>
            <a:off x="632050" y="843150"/>
            <a:ext cx="1937700" cy="1937700"/>
          </a:xfrm>
          <a:prstGeom prst="ellipse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21"/>
          <p:cNvSpPr txBox="1"/>
          <p:nvPr>
            <p:ph idx="1" type="subTitle"/>
          </p:nvPr>
        </p:nvSpPr>
        <p:spPr>
          <a:xfrm>
            <a:off x="353650" y="3183975"/>
            <a:ext cx="24945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ethink Sans SemiBold"/>
              <a:buNone/>
              <a:defRPr sz="120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9pPr>
          </a:lstStyle>
          <a:p/>
        </p:txBody>
      </p:sp>
      <p:sp>
        <p:nvSpPr>
          <p:cNvPr id="482" name="Google Shape;482;p21"/>
          <p:cNvSpPr txBox="1"/>
          <p:nvPr>
            <p:ph idx="3" type="subTitle"/>
          </p:nvPr>
        </p:nvSpPr>
        <p:spPr>
          <a:xfrm>
            <a:off x="353650" y="3404394"/>
            <a:ext cx="24945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3" name="Google Shape;483;p21"/>
          <p:cNvSpPr txBox="1"/>
          <p:nvPr>
            <p:ph idx="4" type="title"/>
          </p:nvPr>
        </p:nvSpPr>
        <p:spPr>
          <a:xfrm>
            <a:off x="3219450" y="2474750"/>
            <a:ext cx="4710000" cy="2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think Sans"/>
              <a:buNone/>
              <a:defRPr sz="1400">
                <a:solidFill>
                  <a:schemeClr val="lt1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think Sans"/>
              <a:buNone/>
              <a:defRPr sz="1400">
                <a:solidFill>
                  <a:schemeClr val="lt1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think Sans"/>
              <a:buNone/>
              <a:defRPr sz="1400">
                <a:solidFill>
                  <a:schemeClr val="lt1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think Sans"/>
              <a:buNone/>
              <a:defRPr sz="1400">
                <a:solidFill>
                  <a:schemeClr val="lt1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think Sans"/>
              <a:buNone/>
              <a:defRPr sz="1400">
                <a:solidFill>
                  <a:schemeClr val="lt1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think Sans"/>
              <a:buNone/>
              <a:defRPr sz="1400">
                <a:solidFill>
                  <a:schemeClr val="lt1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think Sans"/>
              <a:buNone/>
              <a:defRPr sz="1400">
                <a:solidFill>
                  <a:schemeClr val="lt1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think Sans"/>
              <a:buNone/>
              <a:defRPr sz="1400">
                <a:solidFill>
                  <a:schemeClr val="lt1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think Sans"/>
              <a:buNone/>
              <a:defRPr sz="1400">
                <a:solidFill>
                  <a:schemeClr val="lt1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">
  <p:cSld name="MAIN_POINT_1">
    <p:bg>
      <p:bgPr>
        <a:solidFill>
          <a:schemeClr val="dk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22"/>
          <p:cNvGrpSpPr/>
          <p:nvPr/>
        </p:nvGrpSpPr>
        <p:grpSpPr>
          <a:xfrm>
            <a:off x="6549923" y="2885084"/>
            <a:ext cx="2657857" cy="2257802"/>
            <a:chOff x="6068313" y="2475649"/>
            <a:chExt cx="3140562" cy="2667851"/>
          </a:xfrm>
        </p:grpSpPr>
        <p:pic>
          <p:nvPicPr>
            <p:cNvPr id="486" name="Google Shape;486;p22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0" l="76757" r="0" t="0"/>
            <a:stretch/>
          </p:blipFill>
          <p:spPr>
            <a:xfrm>
              <a:off x="6068313" y="4606475"/>
              <a:ext cx="3137750" cy="53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22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0" l="78376" r="5941" t="606"/>
            <a:stretch/>
          </p:blipFill>
          <p:spPr>
            <a:xfrm rot="-5400000">
              <a:off x="7883449" y="3267274"/>
              <a:ext cx="2117051" cy="5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22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23125" l="78376" r="8904" t="602"/>
            <a:stretch/>
          </p:blipFill>
          <p:spPr>
            <a:xfrm rot="-5400000">
              <a:off x="7597905" y="3529337"/>
              <a:ext cx="1717101" cy="40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22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23728" l="72094" r="15594" t="0"/>
            <a:stretch/>
          </p:blipFill>
          <p:spPr>
            <a:xfrm rot="-5400000">
              <a:off x="7149675" y="3556925"/>
              <a:ext cx="1661925" cy="409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0" name="Google Shape;490;p22"/>
          <p:cNvSpPr txBox="1"/>
          <p:nvPr>
            <p:ph type="title"/>
          </p:nvPr>
        </p:nvSpPr>
        <p:spPr>
          <a:xfrm>
            <a:off x="412425" y="1529250"/>
            <a:ext cx="56103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403800" y="4585025"/>
            <a:ext cx="1048500" cy="32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pic>
        <p:nvPicPr>
          <p:cNvPr id="493" name="Google Shape;493;p22" title="CRI_Logo_RGB_REV@2x.png"/>
          <p:cNvPicPr preferRelativeResize="0"/>
          <p:nvPr/>
        </p:nvPicPr>
        <p:blipFill rotWithShape="1">
          <a:blip r:embed="rId3">
            <a:alphaModFix/>
          </a:blip>
          <a:srcRect b="0" l="29" r="29" t="0"/>
          <a:stretch/>
        </p:blipFill>
        <p:spPr>
          <a:xfrm>
            <a:off x="412425" y="4645152"/>
            <a:ext cx="832104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">
  <p:cSld name="MAIN_POINT_1_1">
    <p:bg>
      <p:bgPr>
        <a:solidFill>
          <a:srgbClr val="F3F1EA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6549923" y="2885084"/>
            <a:ext cx="2657857" cy="2257802"/>
            <a:chOff x="6068313" y="2475649"/>
            <a:chExt cx="3140562" cy="2667851"/>
          </a:xfrm>
        </p:grpSpPr>
        <p:pic>
          <p:nvPicPr>
            <p:cNvPr id="496" name="Google Shape;496;p23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0" l="76757" r="0" t="0"/>
            <a:stretch/>
          </p:blipFill>
          <p:spPr>
            <a:xfrm>
              <a:off x="6068313" y="4606475"/>
              <a:ext cx="3137750" cy="53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23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0" l="78376" r="5941" t="606"/>
            <a:stretch/>
          </p:blipFill>
          <p:spPr>
            <a:xfrm rot="-5400000">
              <a:off x="7883449" y="3267274"/>
              <a:ext cx="2117051" cy="5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23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23125" l="78376" r="8904" t="602"/>
            <a:stretch/>
          </p:blipFill>
          <p:spPr>
            <a:xfrm rot="-5400000">
              <a:off x="7597905" y="3529337"/>
              <a:ext cx="1717101" cy="40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23" title="bottom dots_clors.png"/>
            <p:cNvPicPr preferRelativeResize="0"/>
            <p:nvPr/>
          </p:nvPicPr>
          <p:blipFill rotWithShape="1">
            <a:blip r:embed="rId2">
              <a:alphaModFix/>
            </a:blip>
            <a:srcRect b="23728" l="72094" r="15594" t="0"/>
            <a:stretch/>
          </p:blipFill>
          <p:spPr>
            <a:xfrm rot="-5400000">
              <a:off x="7149675" y="3556925"/>
              <a:ext cx="1661925" cy="409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0" name="Google Shape;500;p23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23"/>
          <p:cNvSpPr txBox="1"/>
          <p:nvPr>
            <p:ph type="title"/>
          </p:nvPr>
        </p:nvSpPr>
        <p:spPr>
          <a:xfrm>
            <a:off x="412425" y="1529250"/>
            <a:ext cx="56103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3">
  <p:cSld name="MAIN_POINT_1_1_1">
    <p:bg>
      <p:bgPr>
        <a:solidFill>
          <a:schemeClr val="dk2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ttom dots_clors.png" id="503" name="Google Shape;50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781550"/>
            <a:ext cx="9144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4"/>
          <p:cNvSpPr/>
          <p:nvPr/>
        </p:nvSpPr>
        <p:spPr>
          <a:xfrm>
            <a:off x="0" y="4585025"/>
            <a:ext cx="1837500" cy="55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505" name="Google Shape;505;p24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6" name="Google Shape;506;p24" title="CRI_Logo_RGB_REV@2x.png"/>
          <p:cNvPicPr preferRelativeResize="0"/>
          <p:nvPr/>
        </p:nvPicPr>
        <p:blipFill rotWithShape="1">
          <a:blip r:embed="rId3">
            <a:alphaModFix/>
          </a:blip>
          <a:srcRect b="0" l="29" r="29" t="0"/>
          <a:stretch/>
        </p:blipFill>
        <p:spPr>
          <a:xfrm>
            <a:off x="412425" y="4645152"/>
            <a:ext cx="832104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4"/>
          <p:cNvSpPr txBox="1"/>
          <p:nvPr>
            <p:ph type="title"/>
          </p:nvPr>
        </p:nvSpPr>
        <p:spPr>
          <a:xfrm>
            <a:off x="412425" y="1529250"/>
            <a:ext cx="56103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8" name="Google Shape;508;p2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1">
  <p:cSld name="MAIN_POINT_1_1_1_1">
    <p:bg>
      <p:bgPr>
        <a:solidFill>
          <a:schemeClr val="dk2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5"/>
          <p:cNvGrpSpPr/>
          <p:nvPr/>
        </p:nvGrpSpPr>
        <p:grpSpPr>
          <a:xfrm>
            <a:off x="0" y="4585025"/>
            <a:ext cx="9144000" cy="558475"/>
            <a:chOff x="0" y="4585025"/>
            <a:chExt cx="9144000" cy="558475"/>
          </a:xfrm>
        </p:grpSpPr>
        <p:pic>
          <p:nvPicPr>
            <p:cNvPr descr="bottom dots_clors.png" id="511" name="Google Shape;511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4781550"/>
              <a:ext cx="9144000" cy="361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25"/>
            <p:cNvSpPr/>
            <p:nvPr/>
          </p:nvSpPr>
          <p:spPr>
            <a:xfrm>
              <a:off x="377600" y="4585025"/>
              <a:ext cx="1029000" cy="362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ethink Sans"/>
                <a:ea typeface="Rethink Sans"/>
                <a:cs typeface="Rethink Sans"/>
                <a:sym typeface="Rethink Sans"/>
              </a:endParaRPr>
            </a:p>
          </p:txBody>
        </p:sp>
      </p:grpSp>
      <p:sp>
        <p:nvSpPr>
          <p:cNvPr id="513" name="Google Shape;513;p25"/>
          <p:cNvSpPr txBox="1"/>
          <p:nvPr>
            <p:ph type="title"/>
          </p:nvPr>
        </p:nvSpPr>
        <p:spPr>
          <a:xfrm>
            <a:off x="412425" y="1705450"/>
            <a:ext cx="51381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14" name="Google Shape;514;p25" title="CRI_Logo_RGB_REV@2x.png"/>
          <p:cNvPicPr preferRelativeResize="0"/>
          <p:nvPr/>
        </p:nvPicPr>
        <p:blipFill rotWithShape="1">
          <a:blip r:embed="rId3">
            <a:alphaModFix/>
          </a:blip>
          <a:srcRect b="0" l="29" r="29" t="0"/>
          <a:stretch/>
        </p:blipFill>
        <p:spPr>
          <a:xfrm>
            <a:off x="412425" y="563225"/>
            <a:ext cx="1406299" cy="4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5"/>
          <p:cNvSpPr txBox="1"/>
          <p:nvPr>
            <p:ph idx="1" type="subTitle"/>
          </p:nvPr>
        </p:nvSpPr>
        <p:spPr>
          <a:xfrm>
            <a:off x="403800" y="2318400"/>
            <a:ext cx="2472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6" name="Google Shape;516;p25"/>
          <p:cNvSpPr txBox="1"/>
          <p:nvPr>
            <p:ph idx="2" type="subTitle"/>
          </p:nvPr>
        </p:nvSpPr>
        <p:spPr>
          <a:xfrm>
            <a:off x="3186775" y="2318400"/>
            <a:ext cx="2472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7" name="Google Shape;517;p25"/>
          <p:cNvSpPr/>
          <p:nvPr>
            <p:ph idx="3" type="pic"/>
          </p:nvPr>
        </p:nvSpPr>
        <p:spPr>
          <a:xfrm>
            <a:off x="7457425" y="3234700"/>
            <a:ext cx="1095000" cy="1095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18" name="Google Shape;518;p25" title="Vecto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5925" y="3832596"/>
            <a:ext cx="489950" cy="8365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5"/>
          <p:cNvSpPr txBox="1"/>
          <p:nvPr>
            <p:ph idx="4" type="subTitle"/>
          </p:nvPr>
        </p:nvSpPr>
        <p:spPr>
          <a:xfrm>
            <a:off x="5518675" y="3297950"/>
            <a:ext cx="1649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ata"/>
              <a:buNone/>
              <a:defRPr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2">
  <p:cSld name="MAIN_POINT_1_1_1_1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6"/>
          <p:cNvSpPr txBox="1"/>
          <p:nvPr>
            <p:ph type="title"/>
          </p:nvPr>
        </p:nvSpPr>
        <p:spPr>
          <a:xfrm>
            <a:off x="412425" y="1705450"/>
            <a:ext cx="51381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22" name="Google Shape;522;p26" title="CRI_Logo_RGB_REV@2x.png"/>
          <p:cNvPicPr preferRelativeResize="0"/>
          <p:nvPr/>
        </p:nvPicPr>
        <p:blipFill rotWithShape="1">
          <a:blip r:embed="rId2">
            <a:alphaModFix/>
          </a:blip>
          <a:srcRect b="0" l="29" r="29" t="0"/>
          <a:stretch/>
        </p:blipFill>
        <p:spPr>
          <a:xfrm>
            <a:off x="412425" y="563225"/>
            <a:ext cx="1406299" cy="4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6"/>
          <p:cNvSpPr/>
          <p:nvPr/>
        </p:nvSpPr>
        <p:spPr>
          <a:xfrm>
            <a:off x="377600" y="4585025"/>
            <a:ext cx="1029000" cy="362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524" name="Google Shape;524;p26"/>
          <p:cNvSpPr txBox="1"/>
          <p:nvPr>
            <p:ph idx="1" type="subTitle"/>
          </p:nvPr>
        </p:nvSpPr>
        <p:spPr>
          <a:xfrm>
            <a:off x="403800" y="2318400"/>
            <a:ext cx="2472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5" name="Google Shape;525;p26"/>
          <p:cNvSpPr txBox="1"/>
          <p:nvPr>
            <p:ph idx="2" type="subTitle"/>
          </p:nvPr>
        </p:nvSpPr>
        <p:spPr>
          <a:xfrm>
            <a:off x="3186775" y="2318400"/>
            <a:ext cx="2472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6" name="Google Shape;526;p26"/>
          <p:cNvSpPr/>
          <p:nvPr>
            <p:ph idx="3" type="pic"/>
          </p:nvPr>
        </p:nvSpPr>
        <p:spPr>
          <a:xfrm>
            <a:off x="7457425" y="3234700"/>
            <a:ext cx="1095000" cy="1095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27" name="Google Shape;527;p26" title="Vecto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5925" y="3832596"/>
            <a:ext cx="489950" cy="8365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6"/>
          <p:cNvSpPr txBox="1"/>
          <p:nvPr>
            <p:ph idx="4" type="subTitle"/>
          </p:nvPr>
        </p:nvSpPr>
        <p:spPr>
          <a:xfrm>
            <a:off x="5518675" y="3297950"/>
            <a:ext cx="1649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ata"/>
              <a:buNone/>
              <a:defRPr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529" name="Google Shape;529;p26" title="dots_202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59627" y="3079697"/>
            <a:ext cx="3353699" cy="2200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26" title="dots_202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6923" y="-543976"/>
            <a:ext cx="3353699" cy="2200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p27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533" name="Google Shape;533;p27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7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5" name="Google Shape;545;p27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46" name="Google Shape;546;p27"/>
          <p:cNvGrpSpPr/>
          <p:nvPr/>
        </p:nvGrpSpPr>
        <p:grpSpPr>
          <a:xfrm>
            <a:off x="8162180" y="-64299"/>
            <a:ext cx="1089250" cy="1122044"/>
            <a:chOff x="8162180" y="-64299"/>
            <a:chExt cx="1089250" cy="1122044"/>
          </a:xfrm>
        </p:grpSpPr>
        <p:sp>
          <p:nvSpPr>
            <p:cNvPr id="547" name="Google Shape;547;p27"/>
            <p:cNvSpPr/>
            <p:nvPr/>
          </p:nvSpPr>
          <p:spPr>
            <a:xfrm>
              <a:off x="8442065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8720772" y="52882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8442065" y="528831"/>
              <a:ext cx="242700" cy="242700"/>
            </a:xfrm>
            <a:prstGeom prst="ellipse">
              <a:avLst/>
            </a:prstGeom>
            <a:solidFill>
              <a:schemeClr val="lt2"/>
            </a:solidFill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8720772" y="-6429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9008730" y="2426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8442065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8162180" y="815045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ircles White">
  <p:cSld name="TITLE_ONLY_2_1">
    <p:bg>
      <p:bgPr>
        <a:solidFill>
          <a:schemeClr val="lt1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"/>
          <p:cNvSpPr/>
          <p:nvPr>
            <p:ph idx="2" type="pic"/>
          </p:nvPr>
        </p:nvSpPr>
        <p:spPr>
          <a:xfrm>
            <a:off x="1908575" y="940900"/>
            <a:ext cx="2560200" cy="2560200"/>
          </a:xfrm>
          <a:prstGeom prst="ellipse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8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57" name="Google Shape;557;p28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28"/>
          <p:cNvSpPr txBox="1"/>
          <p:nvPr>
            <p:ph idx="1" type="subTitle"/>
          </p:nvPr>
        </p:nvSpPr>
        <p:spPr>
          <a:xfrm>
            <a:off x="348225" y="1919575"/>
            <a:ext cx="135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559" name="Google Shape;559;p28"/>
          <p:cNvSpPr/>
          <p:nvPr/>
        </p:nvSpPr>
        <p:spPr>
          <a:xfrm rot="10800000">
            <a:off x="348225" y="1771588"/>
            <a:ext cx="1353300" cy="13800"/>
          </a:xfrm>
          <a:prstGeom prst="rect">
            <a:avLst/>
          </a:prstGeom>
          <a:gradFill>
            <a:gsLst>
              <a:gs pos="0">
                <a:srgbClr val="754DC1"/>
              </a:gs>
              <a:gs pos="100000">
                <a:srgbClr val="FD411C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8"/>
          <p:cNvSpPr/>
          <p:nvPr>
            <p:ph idx="3" type="pic"/>
          </p:nvPr>
        </p:nvSpPr>
        <p:spPr>
          <a:xfrm>
            <a:off x="4526400" y="2744875"/>
            <a:ext cx="2560200" cy="2560200"/>
          </a:xfrm>
          <a:prstGeom prst="ellipse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8"/>
          <p:cNvSpPr/>
          <p:nvPr>
            <p:ph idx="4" type="pic"/>
          </p:nvPr>
        </p:nvSpPr>
        <p:spPr>
          <a:xfrm>
            <a:off x="6619350" y="337675"/>
            <a:ext cx="2560200" cy="2560200"/>
          </a:xfrm>
          <a:prstGeom prst="ellipse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28"/>
          <p:cNvSpPr txBox="1"/>
          <p:nvPr>
            <p:ph idx="5" type="subTitle"/>
          </p:nvPr>
        </p:nvSpPr>
        <p:spPr>
          <a:xfrm>
            <a:off x="2881700" y="4020250"/>
            <a:ext cx="135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563" name="Google Shape;563;p28"/>
          <p:cNvSpPr/>
          <p:nvPr/>
        </p:nvSpPr>
        <p:spPr>
          <a:xfrm rot="10800000">
            <a:off x="2881700" y="3872263"/>
            <a:ext cx="1353300" cy="13800"/>
          </a:xfrm>
          <a:prstGeom prst="rect">
            <a:avLst/>
          </a:prstGeom>
          <a:gradFill>
            <a:gsLst>
              <a:gs pos="0">
                <a:srgbClr val="754DC1"/>
              </a:gs>
              <a:gs pos="100000">
                <a:srgbClr val="FD411C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8"/>
          <p:cNvSpPr txBox="1"/>
          <p:nvPr>
            <p:ph idx="6" type="subTitle"/>
          </p:nvPr>
        </p:nvSpPr>
        <p:spPr>
          <a:xfrm>
            <a:off x="5062788" y="1279113"/>
            <a:ext cx="135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565" name="Google Shape;565;p28"/>
          <p:cNvSpPr/>
          <p:nvPr/>
        </p:nvSpPr>
        <p:spPr>
          <a:xfrm rot="10800000">
            <a:off x="5062788" y="1131125"/>
            <a:ext cx="1353300" cy="13800"/>
          </a:xfrm>
          <a:prstGeom prst="rect">
            <a:avLst/>
          </a:prstGeom>
          <a:gradFill>
            <a:gsLst>
              <a:gs pos="0">
                <a:srgbClr val="754DC1"/>
              </a:gs>
              <a:gs pos="100000">
                <a:srgbClr val="FD411C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- Purple Section">
  <p:cSld name="TITLE_ONLY_1_2_1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" name="Google Shape;567;p29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568" name="Google Shape;568;p29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0" name="Google Shape;580;p29"/>
          <p:cNvSpPr txBox="1"/>
          <p:nvPr>
            <p:ph type="title"/>
          </p:nvPr>
        </p:nvSpPr>
        <p:spPr>
          <a:xfrm>
            <a:off x="411475" y="228600"/>
            <a:ext cx="6920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81" name="Google Shape;581;p29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2" name="Google Shape;582;p29"/>
          <p:cNvSpPr txBox="1"/>
          <p:nvPr>
            <p:ph idx="1" type="subTitle"/>
          </p:nvPr>
        </p:nvSpPr>
        <p:spPr>
          <a:xfrm>
            <a:off x="411475" y="806825"/>
            <a:ext cx="6653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583" name="Google Shape;583;p29"/>
          <p:cNvSpPr txBox="1"/>
          <p:nvPr>
            <p:ph idx="2" type="subTitle"/>
          </p:nvPr>
        </p:nvSpPr>
        <p:spPr>
          <a:xfrm>
            <a:off x="4114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584" name="Google Shape;584;p29"/>
          <p:cNvSpPr txBox="1"/>
          <p:nvPr>
            <p:ph idx="3" type="subTitle"/>
          </p:nvPr>
        </p:nvSpPr>
        <p:spPr>
          <a:xfrm>
            <a:off x="4114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585" name="Google Shape;585;p29"/>
          <p:cNvSpPr txBox="1"/>
          <p:nvPr>
            <p:ph idx="4" type="subTitle"/>
          </p:nvPr>
        </p:nvSpPr>
        <p:spPr>
          <a:xfrm>
            <a:off x="23848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586" name="Google Shape;586;p29"/>
          <p:cNvSpPr txBox="1"/>
          <p:nvPr>
            <p:ph idx="5" type="subTitle"/>
          </p:nvPr>
        </p:nvSpPr>
        <p:spPr>
          <a:xfrm>
            <a:off x="23848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587" name="Google Shape;587;p29"/>
          <p:cNvSpPr txBox="1"/>
          <p:nvPr>
            <p:ph idx="6" type="subTitle"/>
          </p:nvPr>
        </p:nvSpPr>
        <p:spPr>
          <a:xfrm>
            <a:off x="43582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588" name="Google Shape;588;p29"/>
          <p:cNvSpPr txBox="1"/>
          <p:nvPr>
            <p:ph idx="7" type="subTitle"/>
          </p:nvPr>
        </p:nvSpPr>
        <p:spPr>
          <a:xfrm>
            <a:off x="43582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589" name="Google Shape;589;p29"/>
          <p:cNvSpPr txBox="1"/>
          <p:nvPr>
            <p:ph idx="8" type="subTitle"/>
          </p:nvPr>
        </p:nvSpPr>
        <p:spPr>
          <a:xfrm>
            <a:off x="63316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ata"/>
              <a:buNone/>
              <a:defRPr sz="1600"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590" name="Google Shape;590;p29"/>
          <p:cNvSpPr txBox="1"/>
          <p:nvPr>
            <p:ph idx="9" type="subTitle"/>
          </p:nvPr>
        </p:nvSpPr>
        <p:spPr>
          <a:xfrm>
            <a:off x="63316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591" name="Google Shape;591;p29"/>
          <p:cNvSpPr/>
          <p:nvPr>
            <p:ph idx="13" type="pic"/>
          </p:nvPr>
        </p:nvSpPr>
        <p:spPr>
          <a:xfrm>
            <a:off x="7782400" y="338663"/>
            <a:ext cx="937800" cy="937800"/>
          </a:xfrm>
          <a:prstGeom prst="ellipse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8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- Dp Orange  Section">
  <p:cSld name="TITLE_ONLY_1_2_1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30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594" name="Google Shape;594;p30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0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0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0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6" name="Google Shape;606;p30"/>
          <p:cNvSpPr txBox="1"/>
          <p:nvPr>
            <p:ph type="title"/>
          </p:nvPr>
        </p:nvSpPr>
        <p:spPr>
          <a:xfrm>
            <a:off x="411475" y="228600"/>
            <a:ext cx="6920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07" name="Google Shape;607;p30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30"/>
          <p:cNvSpPr txBox="1"/>
          <p:nvPr>
            <p:ph idx="1" type="subTitle"/>
          </p:nvPr>
        </p:nvSpPr>
        <p:spPr>
          <a:xfrm>
            <a:off x="411475" y="806825"/>
            <a:ext cx="6653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09" name="Google Shape;609;p30"/>
          <p:cNvSpPr txBox="1"/>
          <p:nvPr>
            <p:ph idx="2" type="subTitle"/>
          </p:nvPr>
        </p:nvSpPr>
        <p:spPr>
          <a:xfrm>
            <a:off x="4114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10" name="Google Shape;610;p30"/>
          <p:cNvSpPr txBox="1"/>
          <p:nvPr>
            <p:ph idx="3" type="subTitle"/>
          </p:nvPr>
        </p:nvSpPr>
        <p:spPr>
          <a:xfrm>
            <a:off x="4114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11" name="Google Shape;611;p30"/>
          <p:cNvSpPr txBox="1"/>
          <p:nvPr>
            <p:ph idx="4" type="subTitle"/>
          </p:nvPr>
        </p:nvSpPr>
        <p:spPr>
          <a:xfrm>
            <a:off x="23848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12" name="Google Shape;612;p30"/>
          <p:cNvSpPr txBox="1"/>
          <p:nvPr>
            <p:ph idx="5" type="subTitle"/>
          </p:nvPr>
        </p:nvSpPr>
        <p:spPr>
          <a:xfrm>
            <a:off x="23848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13" name="Google Shape;613;p30"/>
          <p:cNvSpPr txBox="1"/>
          <p:nvPr>
            <p:ph idx="6" type="subTitle"/>
          </p:nvPr>
        </p:nvSpPr>
        <p:spPr>
          <a:xfrm>
            <a:off x="43582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14" name="Google Shape;614;p30"/>
          <p:cNvSpPr txBox="1"/>
          <p:nvPr>
            <p:ph idx="7" type="subTitle"/>
          </p:nvPr>
        </p:nvSpPr>
        <p:spPr>
          <a:xfrm>
            <a:off x="43582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15" name="Google Shape;615;p30"/>
          <p:cNvSpPr txBox="1"/>
          <p:nvPr>
            <p:ph idx="8" type="subTitle"/>
          </p:nvPr>
        </p:nvSpPr>
        <p:spPr>
          <a:xfrm>
            <a:off x="63316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rata"/>
              <a:buNone/>
              <a:defRPr sz="1600">
                <a:solidFill>
                  <a:schemeClr val="accent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16" name="Google Shape;616;p30"/>
          <p:cNvSpPr txBox="1"/>
          <p:nvPr>
            <p:ph idx="9" type="subTitle"/>
          </p:nvPr>
        </p:nvSpPr>
        <p:spPr>
          <a:xfrm>
            <a:off x="63316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17" name="Google Shape;617;p30"/>
          <p:cNvSpPr/>
          <p:nvPr>
            <p:ph idx="13" type="pic"/>
          </p:nvPr>
        </p:nvSpPr>
        <p:spPr>
          <a:xfrm>
            <a:off x="7782400" y="338663"/>
            <a:ext cx="937800" cy="9378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- Blue  Section">
  <p:cSld name="TITLE_ONLY_1_2_1_1_1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31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620" name="Google Shape;620;p31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2" name="Google Shape;632;p31"/>
          <p:cNvSpPr txBox="1"/>
          <p:nvPr>
            <p:ph type="title"/>
          </p:nvPr>
        </p:nvSpPr>
        <p:spPr>
          <a:xfrm>
            <a:off x="411475" y="228600"/>
            <a:ext cx="6920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33" name="Google Shape;633;p31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p31"/>
          <p:cNvSpPr txBox="1"/>
          <p:nvPr>
            <p:ph idx="1" type="subTitle"/>
          </p:nvPr>
        </p:nvSpPr>
        <p:spPr>
          <a:xfrm>
            <a:off x="411475" y="806825"/>
            <a:ext cx="6653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35" name="Google Shape;635;p31"/>
          <p:cNvSpPr txBox="1"/>
          <p:nvPr>
            <p:ph idx="2" type="subTitle"/>
          </p:nvPr>
        </p:nvSpPr>
        <p:spPr>
          <a:xfrm>
            <a:off x="4114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36" name="Google Shape;636;p31"/>
          <p:cNvSpPr txBox="1"/>
          <p:nvPr>
            <p:ph idx="3" type="subTitle"/>
          </p:nvPr>
        </p:nvSpPr>
        <p:spPr>
          <a:xfrm>
            <a:off x="4114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37" name="Google Shape;637;p31"/>
          <p:cNvSpPr txBox="1"/>
          <p:nvPr>
            <p:ph idx="4" type="subTitle"/>
          </p:nvPr>
        </p:nvSpPr>
        <p:spPr>
          <a:xfrm>
            <a:off x="23848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38" name="Google Shape;638;p31"/>
          <p:cNvSpPr txBox="1"/>
          <p:nvPr>
            <p:ph idx="5" type="subTitle"/>
          </p:nvPr>
        </p:nvSpPr>
        <p:spPr>
          <a:xfrm>
            <a:off x="23848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39" name="Google Shape;639;p31"/>
          <p:cNvSpPr txBox="1"/>
          <p:nvPr>
            <p:ph idx="6" type="subTitle"/>
          </p:nvPr>
        </p:nvSpPr>
        <p:spPr>
          <a:xfrm>
            <a:off x="43582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40" name="Google Shape;640;p31"/>
          <p:cNvSpPr txBox="1"/>
          <p:nvPr>
            <p:ph idx="7" type="subTitle"/>
          </p:nvPr>
        </p:nvSpPr>
        <p:spPr>
          <a:xfrm>
            <a:off x="43582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41" name="Google Shape;641;p31"/>
          <p:cNvSpPr txBox="1"/>
          <p:nvPr>
            <p:ph idx="8" type="subTitle"/>
          </p:nvPr>
        </p:nvSpPr>
        <p:spPr>
          <a:xfrm>
            <a:off x="63316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ata"/>
              <a:buNone/>
              <a:defRPr sz="1600">
                <a:solidFill>
                  <a:schemeClr val="accent3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42" name="Google Shape;642;p31"/>
          <p:cNvSpPr txBox="1"/>
          <p:nvPr>
            <p:ph idx="9" type="subTitle"/>
          </p:nvPr>
        </p:nvSpPr>
        <p:spPr>
          <a:xfrm>
            <a:off x="63316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43" name="Google Shape;643;p31"/>
          <p:cNvSpPr/>
          <p:nvPr>
            <p:ph idx="13" type="pic"/>
          </p:nvPr>
        </p:nvSpPr>
        <p:spPr>
          <a:xfrm>
            <a:off x="7782400" y="338663"/>
            <a:ext cx="937800" cy="937800"/>
          </a:xfrm>
          <a:prstGeom prst="ellipse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8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- Tan  Section">
  <p:cSld name="TITLE_ONLY_1_2_1_1_1_1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32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646" name="Google Shape;646;p32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8" name="Google Shape;658;p32"/>
          <p:cNvSpPr txBox="1"/>
          <p:nvPr>
            <p:ph type="title"/>
          </p:nvPr>
        </p:nvSpPr>
        <p:spPr>
          <a:xfrm>
            <a:off x="411475" y="228600"/>
            <a:ext cx="6920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59" name="Google Shape;659;p32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0" name="Google Shape;660;p32"/>
          <p:cNvSpPr txBox="1"/>
          <p:nvPr>
            <p:ph idx="1" type="subTitle"/>
          </p:nvPr>
        </p:nvSpPr>
        <p:spPr>
          <a:xfrm>
            <a:off x="411475" y="806825"/>
            <a:ext cx="6653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61" name="Google Shape;661;p32"/>
          <p:cNvSpPr txBox="1"/>
          <p:nvPr>
            <p:ph idx="2" type="subTitle"/>
          </p:nvPr>
        </p:nvSpPr>
        <p:spPr>
          <a:xfrm>
            <a:off x="4114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62" name="Google Shape;662;p32"/>
          <p:cNvSpPr txBox="1"/>
          <p:nvPr>
            <p:ph idx="3" type="subTitle"/>
          </p:nvPr>
        </p:nvSpPr>
        <p:spPr>
          <a:xfrm>
            <a:off x="4114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63" name="Google Shape;663;p32"/>
          <p:cNvSpPr txBox="1"/>
          <p:nvPr>
            <p:ph idx="4" type="subTitle"/>
          </p:nvPr>
        </p:nvSpPr>
        <p:spPr>
          <a:xfrm>
            <a:off x="23848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64" name="Google Shape;664;p32"/>
          <p:cNvSpPr txBox="1"/>
          <p:nvPr>
            <p:ph idx="5" type="subTitle"/>
          </p:nvPr>
        </p:nvSpPr>
        <p:spPr>
          <a:xfrm>
            <a:off x="23848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65" name="Google Shape;665;p32"/>
          <p:cNvSpPr txBox="1"/>
          <p:nvPr>
            <p:ph idx="6" type="subTitle"/>
          </p:nvPr>
        </p:nvSpPr>
        <p:spPr>
          <a:xfrm>
            <a:off x="43582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66" name="Google Shape;666;p32"/>
          <p:cNvSpPr txBox="1"/>
          <p:nvPr>
            <p:ph idx="7" type="subTitle"/>
          </p:nvPr>
        </p:nvSpPr>
        <p:spPr>
          <a:xfrm>
            <a:off x="43582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67" name="Google Shape;667;p32"/>
          <p:cNvSpPr txBox="1"/>
          <p:nvPr>
            <p:ph idx="8" type="subTitle"/>
          </p:nvPr>
        </p:nvSpPr>
        <p:spPr>
          <a:xfrm>
            <a:off x="63316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ata"/>
              <a:buNone/>
              <a:defRPr sz="1600">
                <a:solidFill>
                  <a:schemeClr val="accent5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68" name="Google Shape;668;p32"/>
          <p:cNvSpPr txBox="1"/>
          <p:nvPr>
            <p:ph idx="9" type="subTitle"/>
          </p:nvPr>
        </p:nvSpPr>
        <p:spPr>
          <a:xfrm>
            <a:off x="63316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69" name="Google Shape;669;p32"/>
          <p:cNvSpPr/>
          <p:nvPr>
            <p:ph idx="13" type="pic"/>
          </p:nvPr>
        </p:nvSpPr>
        <p:spPr>
          <a:xfrm>
            <a:off x="7782400" y="338663"/>
            <a:ext cx="937800" cy="937800"/>
          </a:xfrm>
          <a:prstGeom prst="ellipse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8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- Teal  Section">
  <p:cSld name="TITLE_ONLY_1_2_1_1_1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33"/>
          <p:cNvGrpSpPr/>
          <p:nvPr/>
        </p:nvGrpSpPr>
        <p:grpSpPr>
          <a:xfrm>
            <a:off x="8243440" y="3605133"/>
            <a:ext cx="1068562" cy="1677274"/>
            <a:chOff x="8189764" y="3605133"/>
            <a:chExt cx="1068562" cy="1677274"/>
          </a:xfrm>
        </p:grpSpPr>
        <p:sp>
          <p:nvSpPr>
            <p:cNvPr id="672" name="Google Shape;672;p33"/>
            <p:cNvSpPr/>
            <p:nvPr/>
          </p:nvSpPr>
          <p:spPr>
            <a:xfrm>
              <a:off x="8189764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8421377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874146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8741460" y="4732800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9008730" y="5039707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9012520" y="4449689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8735742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8735742" y="3605133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rgbClr val="E9E7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8735742" y="3887564"/>
              <a:ext cx="242700" cy="242700"/>
            </a:xfrm>
            <a:prstGeom prst="ellipse">
              <a:avLst/>
            </a:prstGeom>
            <a:solidFill>
              <a:schemeClr val="accent1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8462753" y="4449689"/>
              <a:ext cx="242700" cy="242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8462753" y="4168622"/>
              <a:ext cx="242700" cy="242700"/>
            </a:xfrm>
            <a:prstGeom prst="ellipse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9015626" y="4168627"/>
              <a:ext cx="242700" cy="2427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3"/>
                <a:buFont typeface="Arial"/>
                <a:buNone/>
              </a:pPr>
              <a:r>
                <a:t/>
              </a:r>
              <a:endParaRPr b="0" i="0" sz="8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4" name="Google Shape;684;p33"/>
          <p:cNvSpPr txBox="1"/>
          <p:nvPr>
            <p:ph type="title"/>
          </p:nvPr>
        </p:nvSpPr>
        <p:spPr>
          <a:xfrm>
            <a:off x="411475" y="228600"/>
            <a:ext cx="6920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85" name="Google Shape;685;p33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6" name="Google Shape;686;p33"/>
          <p:cNvSpPr txBox="1"/>
          <p:nvPr>
            <p:ph idx="1" type="subTitle"/>
          </p:nvPr>
        </p:nvSpPr>
        <p:spPr>
          <a:xfrm>
            <a:off x="411475" y="806825"/>
            <a:ext cx="6653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None/>
              <a:defRPr>
                <a:solidFill>
                  <a:schemeClr val="lt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87" name="Google Shape;687;p33"/>
          <p:cNvSpPr txBox="1"/>
          <p:nvPr>
            <p:ph idx="2" type="subTitle"/>
          </p:nvPr>
        </p:nvSpPr>
        <p:spPr>
          <a:xfrm>
            <a:off x="4114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88" name="Google Shape;688;p33"/>
          <p:cNvSpPr txBox="1"/>
          <p:nvPr>
            <p:ph idx="3" type="subTitle"/>
          </p:nvPr>
        </p:nvSpPr>
        <p:spPr>
          <a:xfrm>
            <a:off x="4114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89" name="Google Shape;689;p33"/>
          <p:cNvSpPr txBox="1"/>
          <p:nvPr>
            <p:ph idx="4" type="subTitle"/>
          </p:nvPr>
        </p:nvSpPr>
        <p:spPr>
          <a:xfrm>
            <a:off x="23848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90" name="Google Shape;690;p33"/>
          <p:cNvSpPr txBox="1"/>
          <p:nvPr>
            <p:ph idx="5" type="subTitle"/>
          </p:nvPr>
        </p:nvSpPr>
        <p:spPr>
          <a:xfrm>
            <a:off x="23848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91" name="Google Shape;691;p33"/>
          <p:cNvSpPr txBox="1"/>
          <p:nvPr>
            <p:ph idx="6" type="subTitle"/>
          </p:nvPr>
        </p:nvSpPr>
        <p:spPr>
          <a:xfrm>
            <a:off x="43582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92" name="Google Shape;692;p33"/>
          <p:cNvSpPr txBox="1"/>
          <p:nvPr>
            <p:ph idx="7" type="subTitle"/>
          </p:nvPr>
        </p:nvSpPr>
        <p:spPr>
          <a:xfrm>
            <a:off x="43582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93" name="Google Shape;693;p33"/>
          <p:cNvSpPr txBox="1"/>
          <p:nvPr>
            <p:ph idx="8" type="subTitle"/>
          </p:nvPr>
        </p:nvSpPr>
        <p:spPr>
          <a:xfrm>
            <a:off x="6331675" y="180330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Prata"/>
              <a:buNone/>
              <a:defRPr sz="1600">
                <a:solidFill>
                  <a:schemeClr val="accent4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694" name="Google Shape;694;p33"/>
          <p:cNvSpPr txBox="1"/>
          <p:nvPr>
            <p:ph idx="9" type="subTitle"/>
          </p:nvPr>
        </p:nvSpPr>
        <p:spPr>
          <a:xfrm>
            <a:off x="6331675" y="2285400"/>
            <a:ext cx="14967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think Sans"/>
              <a:buNone/>
              <a:defRPr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sp>
        <p:nvSpPr>
          <p:cNvPr id="695" name="Google Shape;695;p33"/>
          <p:cNvSpPr/>
          <p:nvPr>
            <p:ph idx="13" type="pic"/>
          </p:nvPr>
        </p:nvSpPr>
        <p:spPr>
          <a:xfrm>
            <a:off x="7782400" y="338663"/>
            <a:ext cx="937800" cy="937800"/>
          </a:xfrm>
          <a:prstGeom prst="ellipse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 1">
  <p:cSld name="MAIN_POINT_2_2">
    <p:bg>
      <p:bgPr>
        <a:solidFill>
          <a:srgbClr val="E9E7F8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4"/>
          <p:cNvSpPr txBox="1"/>
          <p:nvPr>
            <p:ph type="title"/>
          </p:nvPr>
        </p:nvSpPr>
        <p:spPr>
          <a:xfrm>
            <a:off x="3367125" y="1275700"/>
            <a:ext cx="50019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98" name="Google Shape;698;p34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99" name="Google Shape;699;p34"/>
          <p:cNvGrpSpPr/>
          <p:nvPr/>
        </p:nvGrpSpPr>
        <p:grpSpPr>
          <a:xfrm>
            <a:off x="3367134" y="843107"/>
            <a:ext cx="277027" cy="277027"/>
            <a:chOff x="4274250" y="1064013"/>
            <a:chExt cx="595500" cy="595500"/>
          </a:xfrm>
        </p:grpSpPr>
        <p:sp>
          <p:nvSpPr>
            <p:cNvPr id="700" name="Google Shape;700;p34"/>
            <p:cNvSpPr/>
            <p:nvPr/>
          </p:nvSpPr>
          <p:spPr>
            <a:xfrm>
              <a:off x="4274250" y="1064013"/>
              <a:ext cx="595500" cy="595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2525" lIns="42525" spcFirstLastPara="1" rIns="42525" wrap="square" tIns="42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1"/>
                <a:buFont typeface="Arial"/>
                <a:buNone/>
              </a:pPr>
              <a:r>
                <a:t/>
              </a:r>
              <a:endParaRPr b="0" i="0" sz="6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1" name="Google Shape;701;p34" title="quote mark_gradient.png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4430400" y="1239475"/>
              <a:ext cx="283200" cy="244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2" name="Google Shape;702;p34"/>
          <p:cNvSpPr txBox="1"/>
          <p:nvPr>
            <p:ph idx="1" type="subTitle"/>
          </p:nvPr>
        </p:nvSpPr>
        <p:spPr>
          <a:xfrm>
            <a:off x="403800" y="826925"/>
            <a:ext cx="2742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 SemiBold"/>
              <a:buNone/>
              <a:defRPr sz="1200">
                <a:solidFill>
                  <a:schemeClr val="dk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 SemiBold"/>
              <a:buNone/>
              <a:defRPr sz="1200">
                <a:solidFill>
                  <a:schemeClr val="dk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 SemiBold"/>
              <a:buNone/>
              <a:defRPr sz="1200">
                <a:solidFill>
                  <a:schemeClr val="dk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 SemiBold"/>
              <a:buNone/>
              <a:defRPr sz="1200">
                <a:solidFill>
                  <a:schemeClr val="dk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 SemiBold"/>
              <a:buNone/>
              <a:defRPr sz="1200">
                <a:solidFill>
                  <a:schemeClr val="dk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 SemiBold"/>
              <a:buNone/>
              <a:defRPr sz="1200">
                <a:solidFill>
                  <a:schemeClr val="dk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 SemiBold"/>
              <a:buNone/>
              <a:defRPr sz="1200">
                <a:solidFill>
                  <a:schemeClr val="dk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 SemiBold"/>
              <a:buNone/>
              <a:defRPr sz="1200">
                <a:solidFill>
                  <a:schemeClr val="dk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 SemiBold"/>
              <a:buNone/>
              <a:defRPr sz="1200">
                <a:solidFill>
                  <a:schemeClr val="dk2"/>
                </a:solidFill>
                <a:latin typeface="Rethink Sans SemiBold"/>
                <a:ea typeface="Rethink Sans SemiBold"/>
                <a:cs typeface="Rethink Sans SemiBold"/>
                <a:sym typeface="Rethink Sans SemiBold"/>
              </a:defRPr>
            </a:lvl9pPr>
          </a:lstStyle>
          <a:p/>
        </p:txBody>
      </p:sp>
      <p:sp>
        <p:nvSpPr>
          <p:cNvPr id="703" name="Google Shape;703;p34"/>
          <p:cNvSpPr txBox="1"/>
          <p:nvPr>
            <p:ph idx="2" type="subTitle"/>
          </p:nvPr>
        </p:nvSpPr>
        <p:spPr>
          <a:xfrm>
            <a:off x="403800" y="1047331"/>
            <a:ext cx="2742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4" name="Google Shape;704;p34"/>
          <p:cNvSpPr/>
          <p:nvPr>
            <p:ph idx="3" type="pic"/>
          </p:nvPr>
        </p:nvSpPr>
        <p:spPr>
          <a:xfrm>
            <a:off x="462700" y="1602900"/>
            <a:ext cx="1937700" cy="1937700"/>
          </a:xfrm>
          <a:prstGeom prst="ellipse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34"/>
          <p:cNvSpPr txBox="1"/>
          <p:nvPr>
            <p:ph idx="4" type="body"/>
          </p:nvPr>
        </p:nvSpPr>
        <p:spPr>
          <a:xfrm>
            <a:off x="3367125" y="2317600"/>
            <a:ext cx="50019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ata"/>
              <a:buNone/>
              <a:defRPr b="0" i="0" sz="24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ata"/>
              <a:buNone/>
              <a:defRPr b="0" i="0" sz="24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ata"/>
              <a:buNone/>
              <a:defRPr b="0" i="0" sz="24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ata"/>
              <a:buNone/>
              <a:defRPr b="0" i="0" sz="24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ata"/>
              <a:buNone/>
              <a:defRPr b="0" i="0" sz="24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ata"/>
              <a:buNone/>
              <a:defRPr b="0" i="0" sz="24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ata"/>
              <a:buNone/>
              <a:defRPr b="0" i="0" sz="24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ata"/>
              <a:buNone/>
              <a:defRPr b="0" i="0" sz="24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ata"/>
              <a:buNone/>
              <a:defRPr b="0" i="0" sz="24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1475" y="1536275"/>
            <a:ext cx="793800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ethink Sans"/>
              <a:buChar char="●"/>
              <a:defRPr b="0" i="0" sz="16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Char char="○"/>
              <a:defRPr b="0" i="0" sz="12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Char char="■"/>
              <a:defRPr b="0" i="0" sz="12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Char char="●"/>
              <a:defRPr b="0" i="0" sz="12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Char char="○"/>
              <a:defRPr b="0" i="0" sz="12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Char char="■"/>
              <a:defRPr b="0" i="0" sz="12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Char char="●"/>
              <a:defRPr b="0" i="0" sz="12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Char char="○"/>
              <a:defRPr b="0" i="0" sz="12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think Sans"/>
              <a:buChar char="■"/>
              <a:defRPr b="0" i="0" sz="1200" u="none" cap="none" strike="noStrike">
                <a:solidFill>
                  <a:schemeClr val="dk2"/>
                </a:solidFill>
                <a:latin typeface="Rethink Sans"/>
                <a:ea typeface="Rethink Sans"/>
                <a:cs typeface="Rethink Sans"/>
                <a:sym typeface="Rethink Sans"/>
              </a:defRPr>
            </a:lvl9pPr>
          </a:lstStyle>
          <a:p/>
        </p:txBody>
      </p:sp>
      <p:pic>
        <p:nvPicPr>
          <p:cNvPr id="8" name="Google Shape;8;p1" title="CRI_Logo_RGB@2x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2425" y="4643537"/>
            <a:ext cx="83079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3091">
          <p15:clr>
            <a:srgbClr val="E46962"/>
          </p15:clr>
        </p15:guide>
        <p15:guide id="4" pos="26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5"/>
          <p:cNvSpPr txBox="1"/>
          <p:nvPr>
            <p:ph type="ctrTitle"/>
          </p:nvPr>
        </p:nvSpPr>
        <p:spPr>
          <a:xfrm>
            <a:off x="3657600" y="1561500"/>
            <a:ext cx="42690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11" name="Google Shape;711;p35"/>
          <p:cNvSpPr txBox="1"/>
          <p:nvPr>
            <p:ph idx="1" type="subTitle"/>
          </p:nvPr>
        </p:nvSpPr>
        <p:spPr>
          <a:xfrm>
            <a:off x="3657600" y="2971800"/>
            <a:ext cx="505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712" name="Google Shape;712;p35"/>
          <p:cNvSpPr txBox="1"/>
          <p:nvPr>
            <p:ph idx="2" type="subTitle"/>
          </p:nvPr>
        </p:nvSpPr>
        <p:spPr>
          <a:xfrm>
            <a:off x="3657600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13" name="Google Shape;713;p35"/>
          <p:cNvSpPr txBox="1"/>
          <p:nvPr>
            <p:ph idx="3" type="subTitle"/>
          </p:nvPr>
        </p:nvSpPr>
        <p:spPr>
          <a:xfrm>
            <a:off x="5959575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6"/>
          <p:cNvSpPr txBox="1"/>
          <p:nvPr>
            <p:ph type="ctrTitle"/>
          </p:nvPr>
        </p:nvSpPr>
        <p:spPr>
          <a:xfrm>
            <a:off x="3657600" y="1561500"/>
            <a:ext cx="42690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19" name="Google Shape;719;p36"/>
          <p:cNvSpPr txBox="1"/>
          <p:nvPr>
            <p:ph idx="1" type="subTitle"/>
          </p:nvPr>
        </p:nvSpPr>
        <p:spPr>
          <a:xfrm>
            <a:off x="3657600" y="2971800"/>
            <a:ext cx="505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720" name="Google Shape;720;p36"/>
          <p:cNvSpPr txBox="1"/>
          <p:nvPr>
            <p:ph idx="2" type="subTitle"/>
          </p:nvPr>
        </p:nvSpPr>
        <p:spPr>
          <a:xfrm>
            <a:off x="3657600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21" name="Google Shape;721;p36"/>
          <p:cNvSpPr txBox="1"/>
          <p:nvPr>
            <p:ph idx="3" type="subTitle"/>
          </p:nvPr>
        </p:nvSpPr>
        <p:spPr>
          <a:xfrm>
            <a:off x="5959575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7"/>
          <p:cNvSpPr txBox="1"/>
          <p:nvPr>
            <p:ph type="title"/>
          </p:nvPr>
        </p:nvSpPr>
        <p:spPr>
          <a:xfrm>
            <a:off x="3657600" y="1563625"/>
            <a:ext cx="47766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27" name="Google Shape;727;p37"/>
          <p:cNvSpPr txBox="1"/>
          <p:nvPr>
            <p:ph idx="1" type="subTitle"/>
          </p:nvPr>
        </p:nvSpPr>
        <p:spPr>
          <a:xfrm>
            <a:off x="3657600" y="2971800"/>
            <a:ext cx="5053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728" name="Google Shape;728;p37"/>
          <p:cNvSpPr txBox="1"/>
          <p:nvPr>
            <p:ph idx="2" type="subTitle"/>
          </p:nvPr>
        </p:nvSpPr>
        <p:spPr>
          <a:xfrm>
            <a:off x="3657600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729" name="Google Shape;729;p37"/>
          <p:cNvSpPr txBox="1"/>
          <p:nvPr>
            <p:ph idx="3" type="subTitle"/>
          </p:nvPr>
        </p:nvSpPr>
        <p:spPr>
          <a:xfrm>
            <a:off x="5959575" y="4092000"/>
            <a:ext cx="1897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8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35" name="Google Shape;735;p38"/>
          <p:cNvSpPr txBox="1"/>
          <p:nvPr>
            <p:ph idx="1" type="body"/>
          </p:nvPr>
        </p:nvSpPr>
        <p:spPr>
          <a:xfrm>
            <a:off x="1828800" y="1370424"/>
            <a:ext cx="614310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736" name="Google Shape;736;p38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7" name="Google Shape;737;p38"/>
          <p:cNvSpPr txBox="1"/>
          <p:nvPr/>
        </p:nvSpPr>
        <p:spPr>
          <a:xfrm>
            <a:off x="1049950" y="1348925"/>
            <a:ext cx="3507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rPr>
              <a:t>1</a:t>
            </a:r>
            <a:endParaRPr b="1" i="0" sz="1600" u="none" cap="none" strike="noStrike">
              <a:solidFill>
                <a:schemeClr val="dk2"/>
              </a:solidFill>
              <a:latin typeface="Prata"/>
              <a:ea typeface="Prata"/>
              <a:cs typeface="Prata"/>
              <a:sym typeface="Prat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rPr>
              <a:t>2</a:t>
            </a:r>
            <a:endParaRPr b="1" i="0" sz="1600" u="none" cap="none" strike="noStrike">
              <a:solidFill>
                <a:schemeClr val="dk2"/>
              </a:solidFill>
              <a:latin typeface="Prata"/>
              <a:ea typeface="Prata"/>
              <a:cs typeface="Prata"/>
              <a:sym typeface="Prat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rPr>
              <a:t>3</a:t>
            </a:r>
            <a:endParaRPr b="1" i="0" sz="1600" u="none" cap="none" strike="noStrike">
              <a:solidFill>
                <a:schemeClr val="dk2"/>
              </a:solidFill>
              <a:latin typeface="Prata"/>
              <a:ea typeface="Prata"/>
              <a:cs typeface="Prata"/>
              <a:sym typeface="Prat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rPr>
              <a:t>4</a:t>
            </a:r>
            <a:endParaRPr b="1" i="0" sz="1600" u="none" cap="none" strike="noStrike">
              <a:solidFill>
                <a:schemeClr val="dk2"/>
              </a:solidFill>
              <a:latin typeface="Prata"/>
              <a:ea typeface="Prata"/>
              <a:cs typeface="Prata"/>
              <a:sym typeface="Prat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rPr>
              <a:t>5</a:t>
            </a:r>
            <a:endParaRPr b="1" i="0" sz="1600" u="none" cap="none" strike="noStrike">
              <a:solidFill>
                <a:schemeClr val="dk2"/>
              </a:solidFill>
              <a:latin typeface="Prata"/>
              <a:ea typeface="Prata"/>
              <a:cs typeface="Prata"/>
              <a:sym typeface="Prat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Prata"/>
                <a:ea typeface="Prata"/>
                <a:cs typeface="Prata"/>
                <a:sym typeface="Prata"/>
              </a:rPr>
              <a:t>6</a:t>
            </a:r>
            <a:endParaRPr b="1" i="0" sz="1600" u="none" cap="none" strike="noStrike">
              <a:solidFill>
                <a:schemeClr val="dk2"/>
              </a:solidFill>
              <a:latin typeface="Prata"/>
              <a:ea typeface="Prata"/>
              <a:cs typeface="Prata"/>
              <a:sym typeface="Prata"/>
            </a:endParaRPr>
          </a:p>
        </p:txBody>
      </p:sp>
      <p:sp>
        <p:nvSpPr>
          <p:cNvPr id="738" name="Google Shape;738;p38"/>
          <p:cNvSpPr/>
          <p:nvPr/>
        </p:nvSpPr>
        <p:spPr>
          <a:xfrm>
            <a:off x="1049949" y="2150299"/>
            <a:ext cx="350700" cy="3507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8"/>
          <p:cNvSpPr/>
          <p:nvPr/>
        </p:nvSpPr>
        <p:spPr>
          <a:xfrm>
            <a:off x="1049949" y="1287525"/>
            <a:ext cx="350700" cy="3507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8"/>
          <p:cNvSpPr/>
          <p:nvPr/>
        </p:nvSpPr>
        <p:spPr>
          <a:xfrm>
            <a:off x="1049949" y="1712274"/>
            <a:ext cx="350700" cy="3507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8"/>
          <p:cNvSpPr/>
          <p:nvPr/>
        </p:nvSpPr>
        <p:spPr>
          <a:xfrm>
            <a:off x="1049949" y="2581688"/>
            <a:ext cx="350700" cy="3507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38"/>
          <p:cNvSpPr/>
          <p:nvPr/>
        </p:nvSpPr>
        <p:spPr>
          <a:xfrm>
            <a:off x="1049949" y="2999801"/>
            <a:ext cx="350700" cy="3507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8"/>
          <p:cNvSpPr/>
          <p:nvPr/>
        </p:nvSpPr>
        <p:spPr>
          <a:xfrm>
            <a:off x="1049949" y="3431175"/>
            <a:ext cx="350700" cy="350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9"/>
          <p:cNvSpPr txBox="1"/>
          <p:nvPr>
            <p:ph type="title"/>
          </p:nvPr>
        </p:nvSpPr>
        <p:spPr>
          <a:xfrm>
            <a:off x="411475" y="228600"/>
            <a:ext cx="38805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</a:t>
            </a:r>
            <a:br>
              <a:rPr lang="en"/>
            </a:br>
            <a:r>
              <a:rPr lang="en"/>
              <a:t>2-Lines Just In Case</a:t>
            </a:r>
            <a:endParaRPr/>
          </a:p>
        </p:txBody>
      </p:sp>
      <p:sp>
        <p:nvSpPr>
          <p:cNvPr id="749" name="Google Shape;749;p39"/>
          <p:cNvSpPr txBox="1"/>
          <p:nvPr>
            <p:ph idx="1" type="body"/>
          </p:nvPr>
        </p:nvSpPr>
        <p:spPr>
          <a:xfrm>
            <a:off x="411475" y="1536200"/>
            <a:ext cx="74820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03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Proin condimentum feugiat quam, et vestibulum dolor.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Char char="●"/>
            </a:pPr>
            <a:r>
              <a:rPr lang="en"/>
              <a:t>In nec arcu nec ipsum imperdiet mattis sit amet nec ex. Vestibulum ante ipsum primis</a:t>
            </a:r>
            <a:br>
              <a:rPr lang="en"/>
            </a:br>
            <a:r>
              <a:rPr lang="en"/>
              <a:t>in faucibus orci luctus et ultrices posuere cubilia curae.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think Sans"/>
              <a:buChar char="●"/>
            </a:pPr>
            <a:r>
              <a:rPr lang="en"/>
              <a:t>Ipsum dolor sit amet, consectetur adipiscing elit. Nunc id metus a elit egestas suscipit nec vitae magna. Proin condimentum feugiat quam, et vestibulum dolor mollis quis.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ethink Sans"/>
              <a:buChar char="●"/>
            </a:pPr>
            <a:r>
              <a:rPr lang="en"/>
              <a:t>Vestibulum ante ipsum primis in faucibus orci luctus et ultrices posuere cubilia curae; Aenean volutpat vel arcu vel suscipit.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</p:txBody>
      </p:sp>
      <p:sp>
        <p:nvSpPr>
          <p:cNvPr id="750" name="Google Shape;750;p39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1" name="Google Shape;751;p39"/>
          <p:cNvSpPr txBox="1"/>
          <p:nvPr>
            <p:ph idx="2" type="subTitle"/>
          </p:nvPr>
        </p:nvSpPr>
        <p:spPr>
          <a:xfrm>
            <a:off x="411475" y="1100325"/>
            <a:ext cx="7612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Subtitle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0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1-Line</a:t>
            </a:r>
            <a:endParaRPr/>
          </a:p>
        </p:txBody>
      </p:sp>
      <p:sp>
        <p:nvSpPr>
          <p:cNvPr id="757" name="Google Shape;757;p40"/>
          <p:cNvSpPr txBox="1"/>
          <p:nvPr>
            <p:ph idx="1" type="body"/>
          </p:nvPr>
        </p:nvSpPr>
        <p:spPr>
          <a:xfrm>
            <a:off x="411475" y="1536275"/>
            <a:ext cx="7560300" cy="29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03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Proin condimentum feugiat quam, et vestibulum dolor.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Char char="●"/>
            </a:pPr>
            <a:r>
              <a:rPr lang="en"/>
              <a:t>In nec arcu nec ipsum imperdiet mattis sit amet nec ex. Vestibulum ante ipsum primis</a:t>
            </a:r>
            <a:br>
              <a:rPr lang="en"/>
            </a:br>
            <a:r>
              <a:rPr lang="en"/>
              <a:t>in faucibus orci luctus et ultrices posuere cubilia curae.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think Sans"/>
              <a:buChar char="●"/>
            </a:pPr>
            <a:r>
              <a:rPr lang="en"/>
              <a:t>Ipsum dolor sit amet, consectetur adipiscing elit. Nunc id metus a elit egestas suscipit nec vitae magna. Proin condimentum feugiat quam, et vestibulum dolor mollis quis.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ethink Sans"/>
              <a:buChar char="●"/>
            </a:pPr>
            <a:r>
              <a:rPr lang="en"/>
              <a:t>Vestibulum ante ipsum primis in faucibus orci luctus et ultrices posuere cubilia curae; Aenean volutpat vel arcu vel suscipit.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 sz="1200"/>
          </a:p>
        </p:txBody>
      </p:sp>
      <p:sp>
        <p:nvSpPr>
          <p:cNvPr id="758" name="Google Shape;758;p40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9" name="Google Shape;759;p40"/>
          <p:cNvSpPr txBox="1"/>
          <p:nvPr>
            <p:ph idx="2" type="subTitle"/>
          </p:nvPr>
        </p:nvSpPr>
        <p:spPr>
          <a:xfrm>
            <a:off x="411475" y="806825"/>
            <a:ext cx="7586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Subtitle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1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1-Line</a:t>
            </a:r>
            <a:endParaRPr/>
          </a:p>
        </p:txBody>
      </p:sp>
      <p:sp>
        <p:nvSpPr>
          <p:cNvPr id="765" name="Google Shape;765;p41"/>
          <p:cNvSpPr txBox="1"/>
          <p:nvPr>
            <p:ph idx="1" type="body"/>
          </p:nvPr>
        </p:nvSpPr>
        <p:spPr>
          <a:xfrm>
            <a:off x="411475" y="1353200"/>
            <a:ext cx="3666600" cy="30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03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Lorem ipsum dolor sit amet, consectetur adipiscing elit. Nunc id metus a elit egestas suscipit nec vitae magna. Proin condimentum feugiat quam, et vestibulum dolor mollis quis.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1400"/>
              <a:buChar char="●"/>
            </a:pPr>
            <a:r>
              <a:rPr lang="en"/>
              <a:t>Lorem ipsum dolor sit amet, consectetur adipiscing elit. Nunc id metus a elit egestas suscipit nec vitae magna. Proin condimentum feugiat quam, et vestibulum dolor mollis quis.</a:t>
            </a:r>
            <a:endParaRPr/>
          </a:p>
        </p:txBody>
      </p:sp>
      <p:sp>
        <p:nvSpPr>
          <p:cNvPr id="766" name="Google Shape;766;p41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7" name="Google Shape;767;p41"/>
          <p:cNvSpPr txBox="1"/>
          <p:nvPr>
            <p:ph idx="3" type="subTitle"/>
          </p:nvPr>
        </p:nvSpPr>
        <p:spPr>
          <a:xfrm>
            <a:off x="411475" y="806825"/>
            <a:ext cx="7938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Subtitle</a:t>
            </a:r>
            <a:endParaRPr/>
          </a:p>
        </p:txBody>
      </p:sp>
      <p:sp>
        <p:nvSpPr>
          <p:cNvPr id="768" name="Google Shape;768;p41"/>
          <p:cNvSpPr txBox="1"/>
          <p:nvPr>
            <p:ph idx="2" type="body"/>
          </p:nvPr>
        </p:nvSpPr>
        <p:spPr>
          <a:xfrm>
            <a:off x="4932175" y="1353200"/>
            <a:ext cx="3274200" cy="30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03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</a:pPr>
            <a:r>
              <a:rPr lang="en"/>
              <a:t>Lorem ipsum dolor sit amet, consectetur adipiscing elit. Nunc id metus a elit egestas suscipit nec vitae magna. Proin condimentum feugiat quam, et vestibulum dolor mollis quis.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400"/>
              <a:buChar char="●"/>
            </a:pPr>
            <a:r>
              <a:rPr lang="en"/>
              <a:t>Lorem ipsum dolor sit amet, consectetur adipiscing elit. Nunc id metus a elit egestas suscipit nec vitae magna. Proin condimentum feugiat quam, et vestibulum dolor mollis quis.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2"/>
          <p:cNvSpPr txBox="1"/>
          <p:nvPr>
            <p:ph type="title"/>
          </p:nvPr>
        </p:nvSpPr>
        <p:spPr>
          <a:xfrm>
            <a:off x="411475" y="228600"/>
            <a:ext cx="36792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</a:t>
            </a:r>
            <a:br>
              <a:rPr lang="en"/>
            </a:br>
            <a:r>
              <a:rPr lang="en"/>
              <a:t>2-Lines Just In Case</a:t>
            </a:r>
            <a:endParaRPr/>
          </a:p>
        </p:txBody>
      </p:sp>
      <p:sp>
        <p:nvSpPr>
          <p:cNvPr id="774" name="Google Shape;774;p42"/>
          <p:cNvSpPr txBox="1"/>
          <p:nvPr>
            <p:ph idx="1" type="body"/>
          </p:nvPr>
        </p:nvSpPr>
        <p:spPr>
          <a:xfrm>
            <a:off x="412425" y="2016225"/>
            <a:ext cx="38796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/>
              <a:t>Lorem ipsum dolor sit amet, consectetur adipiscing elit. Nunc id metus a elit egestas suscipit nec vitae magna.</a:t>
            </a:r>
            <a:endParaRPr/>
          </a:p>
        </p:txBody>
      </p:sp>
      <p:sp>
        <p:nvSpPr>
          <p:cNvPr id="775" name="Google Shape;775;p42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6" name="Google Shape;776;p42"/>
          <p:cNvSpPr txBox="1"/>
          <p:nvPr>
            <p:ph idx="3" type="subTitle"/>
          </p:nvPr>
        </p:nvSpPr>
        <p:spPr>
          <a:xfrm>
            <a:off x="411475" y="1097280"/>
            <a:ext cx="7938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Subtitle</a:t>
            </a:r>
            <a:endParaRPr/>
          </a:p>
        </p:txBody>
      </p:sp>
      <p:sp>
        <p:nvSpPr>
          <p:cNvPr id="777" name="Google Shape;777;p42"/>
          <p:cNvSpPr txBox="1"/>
          <p:nvPr>
            <p:ph idx="2" type="body"/>
          </p:nvPr>
        </p:nvSpPr>
        <p:spPr>
          <a:xfrm>
            <a:off x="4832400" y="2016225"/>
            <a:ext cx="38049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/>
              <a:t>Lorem ipsum dolor sit amet, consectetur adipiscing elit. Nunc id metus a elit egestas suscipit nec vitae magna.</a:t>
            </a:r>
            <a:endParaRPr/>
          </a:p>
        </p:txBody>
      </p:sp>
      <p:sp>
        <p:nvSpPr>
          <p:cNvPr id="778" name="Google Shape;778;p42"/>
          <p:cNvSpPr txBox="1"/>
          <p:nvPr>
            <p:ph idx="4" type="subTitle"/>
          </p:nvPr>
        </p:nvSpPr>
        <p:spPr>
          <a:xfrm>
            <a:off x="411475" y="1683525"/>
            <a:ext cx="29946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Lorem Ipsum Dolor</a:t>
            </a:r>
            <a:endParaRPr/>
          </a:p>
        </p:txBody>
      </p:sp>
      <p:sp>
        <p:nvSpPr>
          <p:cNvPr id="779" name="Google Shape;779;p42"/>
          <p:cNvSpPr txBox="1"/>
          <p:nvPr>
            <p:ph idx="5" type="subTitle"/>
          </p:nvPr>
        </p:nvSpPr>
        <p:spPr>
          <a:xfrm>
            <a:off x="4832400" y="1683525"/>
            <a:ext cx="29946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Lorem Ipsum Dolor</a:t>
            </a:r>
            <a:endParaRPr/>
          </a:p>
        </p:txBody>
      </p:sp>
      <p:sp>
        <p:nvSpPr>
          <p:cNvPr id="780" name="Google Shape;780;p42"/>
          <p:cNvSpPr txBox="1"/>
          <p:nvPr>
            <p:ph idx="1" type="body"/>
          </p:nvPr>
        </p:nvSpPr>
        <p:spPr>
          <a:xfrm>
            <a:off x="412425" y="3324400"/>
            <a:ext cx="38796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/>
              <a:t>Lorem ipsum dolor sit amet, consectetur adipiscing elit. Nunc id metus a elit egestas suscipit nec vitae magna. Proin condimentum feugiat quam, et vestibulum dolor mollis quis.</a:t>
            </a:r>
            <a:endParaRPr/>
          </a:p>
        </p:txBody>
      </p:sp>
      <p:sp>
        <p:nvSpPr>
          <p:cNvPr id="781" name="Google Shape;781;p42"/>
          <p:cNvSpPr txBox="1"/>
          <p:nvPr>
            <p:ph idx="2" type="body"/>
          </p:nvPr>
        </p:nvSpPr>
        <p:spPr>
          <a:xfrm>
            <a:off x="4832400" y="3324400"/>
            <a:ext cx="34611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/>
              <a:t>Lorem ipsum dolor sit amet, consectetur adipiscing elit. Nunc id metus a elit egestas suscipit nec vitae magna. </a:t>
            </a:r>
            <a:br>
              <a:rPr lang="en"/>
            </a:br>
            <a:r>
              <a:rPr lang="en"/>
              <a:t>Proin condimentum feugiat quam, </a:t>
            </a:r>
            <a:br>
              <a:rPr lang="en"/>
            </a:br>
            <a:r>
              <a:rPr lang="en"/>
              <a:t>et vestibulum dolor mollis quis.</a:t>
            </a:r>
            <a:endParaRPr/>
          </a:p>
        </p:txBody>
      </p:sp>
      <p:sp>
        <p:nvSpPr>
          <p:cNvPr id="782" name="Google Shape;782;p42"/>
          <p:cNvSpPr txBox="1"/>
          <p:nvPr>
            <p:ph idx="4" type="subTitle"/>
          </p:nvPr>
        </p:nvSpPr>
        <p:spPr>
          <a:xfrm>
            <a:off x="411475" y="2991700"/>
            <a:ext cx="29946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>
                <a:solidFill>
                  <a:schemeClr val="accent5"/>
                </a:solidFill>
              </a:rPr>
              <a:t>Lorem Ipsum Dolor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83" name="Google Shape;783;p42"/>
          <p:cNvSpPr txBox="1"/>
          <p:nvPr>
            <p:ph idx="5" type="subTitle"/>
          </p:nvPr>
        </p:nvSpPr>
        <p:spPr>
          <a:xfrm>
            <a:off x="4832400" y="2991700"/>
            <a:ext cx="29946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>
                <a:solidFill>
                  <a:schemeClr val="accent4"/>
                </a:solidFill>
              </a:rPr>
              <a:t>Lorem Ipsum Dolor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3"/>
          <p:cNvSpPr/>
          <p:nvPr>
            <p:ph idx="2" type="pic"/>
          </p:nvPr>
        </p:nvSpPr>
        <p:spPr>
          <a:xfrm>
            <a:off x="411480" y="1554480"/>
            <a:ext cx="2340900" cy="25512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789" name="Google Shape;789;p43"/>
          <p:cNvSpPr/>
          <p:nvPr>
            <p:ph idx="5" type="pic"/>
          </p:nvPr>
        </p:nvSpPr>
        <p:spPr>
          <a:xfrm>
            <a:off x="3210030" y="1554480"/>
            <a:ext cx="2340900" cy="25512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790" name="Google Shape;790;p43"/>
          <p:cNvSpPr/>
          <p:nvPr>
            <p:ph idx="8" type="pic"/>
          </p:nvPr>
        </p:nvSpPr>
        <p:spPr>
          <a:xfrm>
            <a:off x="6008580" y="1554480"/>
            <a:ext cx="2340900" cy="25512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791" name="Google Shape;791;p43"/>
          <p:cNvSpPr/>
          <p:nvPr/>
        </p:nvSpPr>
        <p:spPr>
          <a:xfrm rot="10800000">
            <a:off x="412975" y="2799900"/>
            <a:ext cx="2337900" cy="1314900"/>
          </a:xfrm>
          <a:prstGeom prst="round2SameRect">
            <a:avLst>
              <a:gd fmla="val 14060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3"/>
          <p:cNvSpPr/>
          <p:nvPr/>
        </p:nvSpPr>
        <p:spPr>
          <a:xfrm rot="10800000">
            <a:off x="3211525" y="2799900"/>
            <a:ext cx="2337900" cy="1314900"/>
          </a:xfrm>
          <a:prstGeom prst="round2SameRect">
            <a:avLst>
              <a:gd fmla="val 14060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3"/>
          <p:cNvSpPr/>
          <p:nvPr/>
        </p:nvSpPr>
        <p:spPr>
          <a:xfrm rot="10800000">
            <a:off x="6010075" y="2799900"/>
            <a:ext cx="2337900" cy="1314900"/>
          </a:xfrm>
          <a:prstGeom prst="round2SameRect">
            <a:avLst>
              <a:gd fmla="val 14060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3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1-Line</a:t>
            </a:r>
            <a:endParaRPr/>
          </a:p>
        </p:txBody>
      </p:sp>
      <p:sp>
        <p:nvSpPr>
          <p:cNvPr id="795" name="Google Shape;795;p43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6" name="Google Shape;796;p43"/>
          <p:cNvSpPr txBox="1"/>
          <p:nvPr>
            <p:ph idx="1" type="subTitle"/>
          </p:nvPr>
        </p:nvSpPr>
        <p:spPr>
          <a:xfrm>
            <a:off x="411475" y="806825"/>
            <a:ext cx="7938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Subtitle</a:t>
            </a:r>
            <a:endParaRPr/>
          </a:p>
        </p:txBody>
      </p:sp>
      <p:sp>
        <p:nvSpPr>
          <p:cNvPr id="797" name="Google Shape;797;p43"/>
          <p:cNvSpPr txBox="1"/>
          <p:nvPr>
            <p:ph idx="3" type="subTitle"/>
          </p:nvPr>
        </p:nvSpPr>
        <p:spPr>
          <a:xfrm>
            <a:off x="592375" y="2919575"/>
            <a:ext cx="2012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/>
              <a:t>Eyebrow text here</a:t>
            </a:r>
            <a:endParaRPr/>
          </a:p>
        </p:txBody>
      </p:sp>
      <p:sp>
        <p:nvSpPr>
          <p:cNvPr id="798" name="Google Shape;798;p43"/>
          <p:cNvSpPr txBox="1"/>
          <p:nvPr>
            <p:ph idx="4" type="subTitle"/>
          </p:nvPr>
        </p:nvSpPr>
        <p:spPr>
          <a:xfrm>
            <a:off x="592375" y="3193125"/>
            <a:ext cx="20127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consectetur adipiscing elit, sed do eiusmod tempor </a:t>
            </a:r>
            <a:endParaRPr/>
          </a:p>
        </p:txBody>
      </p:sp>
      <p:sp>
        <p:nvSpPr>
          <p:cNvPr id="799" name="Google Shape;799;p43"/>
          <p:cNvSpPr txBox="1"/>
          <p:nvPr>
            <p:ph idx="6" type="subTitle"/>
          </p:nvPr>
        </p:nvSpPr>
        <p:spPr>
          <a:xfrm>
            <a:off x="3390925" y="2919575"/>
            <a:ext cx="2012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/>
              <a:t>Eyebrow text here</a:t>
            </a:r>
            <a:endParaRPr/>
          </a:p>
        </p:txBody>
      </p:sp>
      <p:sp>
        <p:nvSpPr>
          <p:cNvPr id="800" name="Google Shape;800;p43"/>
          <p:cNvSpPr txBox="1"/>
          <p:nvPr>
            <p:ph idx="7" type="subTitle"/>
          </p:nvPr>
        </p:nvSpPr>
        <p:spPr>
          <a:xfrm>
            <a:off x="3390925" y="3193125"/>
            <a:ext cx="20295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consectetur adipiscing elit, sed do eiusmod tempor </a:t>
            </a:r>
            <a:endParaRPr/>
          </a:p>
        </p:txBody>
      </p:sp>
      <p:sp>
        <p:nvSpPr>
          <p:cNvPr id="801" name="Google Shape;801;p43"/>
          <p:cNvSpPr txBox="1"/>
          <p:nvPr>
            <p:ph idx="9" type="subTitle"/>
          </p:nvPr>
        </p:nvSpPr>
        <p:spPr>
          <a:xfrm>
            <a:off x="6189475" y="2919575"/>
            <a:ext cx="2012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/>
              <a:t>Eyebrow text here</a:t>
            </a:r>
            <a:endParaRPr/>
          </a:p>
        </p:txBody>
      </p:sp>
      <p:sp>
        <p:nvSpPr>
          <p:cNvPr id="802" name="Google Shape;802;p43"/>
          <p:cNvSpPr txBox="1"/>
          <p:nvPr>
            <p:ph idx="13" type="subTitle"/>
          </p:nvPr>
        </p:nvSpPr>
        <p:spPr>
          <a:xfrm>
            <a:off x="6189475" y="3193125"/>
            <a:ext cx="20127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consectetur adipiscing elit, sed do eiusmod tempor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4"/>
          <p:cNvSpPr/>
          <p:nvPr>
            <p:ph idx="2" type="pic"/>
          </p:nvPr>
        </p:nvSpPr>
        <p:spPr>
          <a:xfrm>
            <a:off x="1908575" y="940900"/>
            <a:ext cx="2560200" cy="2560200"/>
          </a:xfrm>
          <a:prstGeom prst="ellipse">
            <a:avLst/>
          </a:prstGeom>
          <a:noFill/>
          <a:ln cap="flat" cmpd="sng" w="76200">
            <a:solidFill>
              <a:srgbClr val="DFDDF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p44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1-Line</a:t>
            </a:r>
            <a:endParaRPr/>
          </a:p>
        </p:txBody>
      </p:sp>
      <p:sp>
        <p:nvSpPr>
          <p:cNvPr id="809" name="Google Shape;809;p44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0" name="Google Shape;810;p44"/>
          <p:cNvSpPr txBox="1"/>
          <p:nvPr>
            <p:ph idx="5" type="subTitle"/>
          </p:nvPr>
        </p:nvSpPr>
        <p:spPr>
          <a:xfrm>
            <a:off x="2881700" y="4020250"/>
            <a:ext cx="135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p44"/>
          <p:cNvSpPr txBox="1"/>
          <p:nvPr>
            <p:ph idx="6" type="subTitle"/>
          </p:nvPr>
        </p:nvSpPr>
        <p:spPr>
          <a:xfrm>
            <a:off x="5062788" y="1279113"/>
            <a:ext cx="135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2" name="Google Shape;812;p44"/>
          <p:cNvSpPr txBox="1"/>
          <p:nvPr>
            <p:ph idx="1" type="subTitle"/>
          </p:nvPr>
        </p:nvSpPr>
        <p:spPr>
          <a:xfrm>
            <a:off x="348225" y="1919575"/>
            <a:ext cx="135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3" name="Google Shape;813;p44"/>
          <p:cNvSpPr/>
          <p:nvPr>
            <p:ph idx="3" type="pic"/>
          </p:nvPr>
        </p:nvSpPr>
        <p:spPr>
          <a:xfrm>
            <a:off x="4526400" y="2744875"/>
            <a:ext cx="2560200" cy="2560200"/>
          </a:xfrm>
          <a:prstGeom prst="ellipse">
            <a:avLst/>
          </a:prstGeom>
          <a:noFill/>
          <a:ln cap="flat" cmpd="sng" w="76200">
            <a:solidFill>
              <a:srgbClr val="DFDDF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44"/>
          <p:cNvSpPr/>
          <p:nvPr>
            <p:ph idx="4" type="pic"/>
          </p:nvPr>
        </p:nvSpPr>
        <p:spPr>
          <a:xfrm>
            <a:off x="6619350" y="337675"/>
            <a:ext cx="2560200" cy="2560200"/>
          </a:xfrm>
          <a:prstGeom prst="ellipse">
            <a:avLst/>
          </a:prstGeom>
          <a:noFill/>
          <a:ln cap="flat" cmpd="sng" w="76200">
            <a:solidFill>
              <a:srgbClr val="DFDDF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5"/>
          <p:cNvSpPr/>
          <p:nvPr>
            <p:ph idx="13" type="pic"/>
          </p:nvPr>
        </p:nvSpPr>
        <p:spPr>
          <a:xfrm>
            <a:off x="7782400" y="338663"/>
            <a:ext cx="937800" cy="937800"/>
          </a:xfrm>
          <a:prstGeom prst="ellipse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45"/>
          <p:cNvSpPr txBox="1"/>
          <p:nvPr>
            <p:ph type="title"/>
          </p:nvPr>
        </p:nvSpPr>
        <p:spPr>
          <a:xfrm>
            <a:off x="411475" y="228600"/>
            <a:ext cx="69201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1-Line</a:t>
            </a:r>
            <a:endParaRPr/>
          </a:p>
        </p:txBody>
      </p:sp>
      <p:sp>
        <p:nvSpPr>
          <p:cNvPr id="821" name="Google Shape;821;p45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2" name="Google Shape;822;p45"/>
          <p:cNvSpPr txBox="1"/>
          <p:nvPr>
            <p:ph idx="3" type="subTitle"/>
          </p:nvPr>
        </p:nvSpPr>
        <p:spPr>
          <a:xfrm>
            <a:off x="411475" y="2285400"/>
            <a:ext cx="17031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 ctetur adipiscing elit, sed do eius mod tempor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3" name="Google Shape;823;p45"/>
          <p:cNvSpPr txBox="1"/>
          <p:nvPr>
            <p:ph idx="1" type="subTitle"/>
          </p:nvPr>
        </p:nvSpPr>
        <p:spPr>
          <a:xfrm>
            <a:off x="411475" y="806825"/>
            <a:ext cx="6653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Placeholder thumbnail for an Icon</a:t>
            </a:r>
            <a:endParaRPr/>
          </a:p>
        </p:txBody>
      </p:sp>
      <p:sp>
        <p:nvSpPr>
          <p:cNvPr id="824" name="Google Shape;824;p45"/>
          <p:cNvSpPr txBox="1"/>
          <p:nvPr>
            <p:ph idx="2" type="subTitle"/>
          </p:nvPr>
        </p:nvSpPr>
        <p:spPr>
          <a:xfrm>
            <a:off x="411475" y="1803300"/>
            <a:ext cx="1646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Longwordhere</a:t>
            </a:r>
            <a:endParaRPr/>
          </a:p>
        </p:txBody>
      </p:sp>
      <p:sp>
        <p:nvSpPr>
          <p:cNvPr id="825" name="Google Shape;825;p45"/>
          <p:cNvSpPr txBox="1"/>
          <p:nvPr>
            <p:ph idx="4" type="subTitle"/>
          </p:nvPr>
        </p:nvSpPr>
        <p:spPr>
          <a:xfrm>
            <a:off x="2384875" y="1803300"/>
            <a:ext cx="1646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Longwordhere</a:t>
            </a:r>
            <a:endParaRPr/>
          </a:p>
        </p:txBody>
      </p:sp>
      <p:sp>
        <p:nvSpPr>
          <p:cNvPr id="826" name="Google Shape;826;p45"/>
          <p:cNvSpPr txBox="1"/>
          <p:nvPr>
            <p:ph idx="5" type="subTitle"/>
          </p:nvPr>
        </p:nvSpPr>
        <p:spPr>
          <a:xfrm>
            <a:off x="2384875" y="2285400"/>
            <a:ext cx="16464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 ctetur adipiscing elit, sed do eius mod tempor </a:t>
            </a:r>
            <a:endParaRPr/>
          </a:p>
        </p:txBody>
      </p:sp>
      <p:sp>
        <p:nvSpPr>
          <p:cNvPr id="827" name="Google Shape;827;p45"/>
          <p:cNvSpPr txBox="1"/>
          <p:nvPr>
            <p:ph idx="6" type="subTitle"/>
          </p:nvPr>
        </p:nvSpPr>
        <p:spPr>
          <a:xfrm>
            <a:off x="4358275" y="1803300"/>
            <a:ext cx="1733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Longwordhere</a:t>
            </a:r>
            <a:endParaRPr/>
          </a:p>
        </p:txBody>
      </p:sp>
      <p:sp>
        <p:nvSpPr>
          <p:cNvPr id="828" name="Google Shape;828;p45"/>
          <p:cNvSpPr txBox="1"/>
          <p:nvPr>
            <p:ph idx="7" type="subTitle"/>
          </p:nvPr>
        </p:nvSpPr>
        <p:spPr>
          <a:xfrm>
            <a:off x="4358275" y="2285400"/>
            <a:ext cx="17334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 ctetur adipiscing elit, sed do eius mod tempor </a:t>
            </a:r>
            <a:endParaRPr/>
          </a:p>
        </p:txBody>
      </p:sp>
      <p:sp>
        <p:nvSpPr>
          <p:cNvPr id="829" name="Google Shape;829;p45"/>
          <p:cNvSpPr txBox="1"/>
          <p:nvPr>
            <p:ph idx="8" type="subTitle"/>
          </p:nvPr>
        </p:nvSpPr>
        <p:spPr>
          <a:xfrm>
            <a:off x="6331675" y="1803300"/>
            <a:ext cx="17334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Longwordhere</a:t>
            </a:r>
            <a:endParaRPr/>
          </a:p>
        </p:txBody>
      </p:sp>
      <p:sp>
        <p:nvSpPr>
          <p:cNvPr id="830" name="Google Shape;830;p45"/>
          <p:cNvSpPr txBox="1"/>
          <p:nvPr>
            <p:ph idx="9" type="subTitle"/>
          </p:nvPr>
        </p:nvSpPr>
        <p:spPr>
          <a:xfrm>
            <a:off x="6331675" y="2285400"/>
            <a:ext cx="16464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 ctetur adipiscing elit, sed do eius mod tempor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6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1-Line</a:t>
            </a:r>
            <a:endParaRPr/>
          </a:p>
        </p:txBody>
      </p:sp>
      <p:sp>
        <p:nvSpPr>
          <p:cNvPr id="836" name="Google Shape;836;p46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7" name="Google Shape;837;p46"/>
          <p:cNvSpPr txBox="1"/>
          <p:nvPr>
            <p:ph idx="1" type="subTitle"/>
          </p:nvPr>
        </p:nvSpPr>
        <p:spPr>
          <a:xfrm>
            <a:off x="411475" y="806825"/>
            <a:ext cx="76320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Subtitle</a:t>
            </a:r>
            <a:endParaRPr/>
          </a:p>
        </p:txBody>
      </p:sp>
      <p:sp>
        <p:nvSpPr>
          <p:cNvPr id="838" name="Google Shape;838;p46"/>
          <p:cNvSpPr txBox="1"/>
          <p:nvPr>
            <p:ph idx="3" type="subTitle"/>
          </p:nvPr>
        </p:nvSpPr>
        <p:spPr>
          <a:xfrm>
            <a:off x="411475" y="274765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XX%</a:t>
            </a:r>
            <a:endParaRPr/>
          </a:p>
        </p:txBody>
      </p:sp>
      <p:sp>
        <p:nvSpPr>
          <p:cNvPr id="839" name="Google Shape;839;p46"/>
          <p:cNvSpPr txBox="1"/>
          <p:nvPr>
            <p:ph idx="4" type="subTitle"/>
          </p:nvPr>
        </p:nvSpPr>
        <p:spPr>
          <a:xfrm>
            <a:off x="411475" y="3398925"/>
            <a:ext cx="1216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 ctetur adipiscing elit</a:t>
            </a:r>
            <a:endParaRPr/>
          </a:p>
        </p:txBody>
      </p:sp>
      <p:sp>
        <p:nvSpPr>
          <p:cNvPr id="840" name="Google Shape;840;p46"/>
          <p:cNvSpPr txBox="1"/>
          <p:nvPr>
            <p:ph idx="6" type="subTitle"/>
          </p:nvPr>
        </p:nvSpPr>
        <p:spPr>
          <a:xfrm>
            <a:off x="2216550" y="274765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XX%</a:t>
            </a:r>
            <a:endParaRPr/>
          </a:p>
        </p:txBody>
      </p:sp>
      <p:sp>
        <p:nvSpPr>
          <p:cNvPr id="841" name="Google Shape;841;p46"/>
          <p:cNvSpPr txBox="1"/>
          <p:nvPr>
            <p:ph idx="7" type="subTitle"/>
          </p:nvPr>
        </p:nvSpPr>
        <p:spPr>
          <a:xfrm>
            <a:off x="2216550" y="3398925"/>
            <a:ext cx="1216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 ctetur adipiscing elit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2" name="Google Shape;842;p46"/>
          <p:cNvSpPr txBox="1"/>
          <p:nvPr>
            <p:ph idx="9" type="subTitle"/>
          </p:nvPr>
        </p:nvSpPr>
        <p:spPr>
          <a:xfrm>
            <a:off x="4021625" y="274765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XX%</a:t>
            </a:r>
            <a:endParaRPr/>
          </a:p>
        </p:txBody>
      </p:sp>
      <p:sp>
        <p:nvSpPr>
          <p:cNvPr id="843" name="Google Shape;843;p46"/>
          <p:cNvSpPr txBox="1"/>
          <p:nvPr>
            <p:ph idx="14" type="subTitle"/>
          </p:nvPr>
        </p:nvSpPr>
        <p:spPr>
          <a:xfrm>
            <a:off x="5826700" y="2747650"/>
            <a:ext cx="1496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XX%</a:t>
            </a:r>
            <a:endParaRPr/>
          </a:p>
        </p:txBody>
      </p:sp>
      <p:sp>
        <p:nvSpPr>
          <p:cNvPr id="844" name="Google Shape;844;p46"/>
          <p:cNvSpPr txBox="1"/>
          <p:nvPr>
            <p:ph idx="15" type="subTitle"/>
          </p:nvPr>
        </p:nvSpPr>
        <p:spPr>
          <a:xfrm>
            <a:off x="4021625" y="3398925"/>
            <a:ext cx="1216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 ctetur adipiscing elit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p46"/>
          <p:cNvSpPr txBox="1"/>
          <p:nvPr>
            <p:ph idx="16" type="subTitle"/>
          </p:nvPr>
        </p:nvSpPr>
        <p:spPr>
          <a:xfrm>
            <a:off x="5826700" y="3398925"/>
            <a:ext cx="1216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Lorem ipsum dolor sit amet, conse ctetur adipiscing elit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p46"/>
          <p:cNvSpPr/>
          <p:nvPr>
            <p:ph idx="2" type="pic"/>
          </p:nvPr>
        </p:nvSpPr>
        <p:spPr>
          <a:xfrm>
            <a:off x="411475" y="1580525"/>
            <a:ext cx="1143000" cy="1076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847" name="Google Shape;847;p46"/>
          <p:cNvSpPr/>
          <p:nvPr>
            <p:ph idx="5" type="pic"/>
          </p:nvPr>
        </p:nvSpPr>
        <p:spPr>
          <a:xfrm>
            <a:off x="2216550" y="1580525"/>
            <a:ext cx="1143000" cy="1076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848" name="Google Shape;848;p46"/>
          <p:cNvSpPr/>
          <p:nvPr>
            <p:ph idx="8" type="pic"/>
          </p:nvPr>
        </p:nvSpPr>
        <p:spPr>
          <a:xfrm>
            <a:off x="4021625" y="1580525"/>
            <a:ext cx="1143000" cy="1076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  <p:sp>
        <p:nvSpPr>
          <p:cNvPr id="849" name="Google Shape;849;p46"/>
          <p:cNvSpPr/>
          <p:nvPr>
            <p:ph idx="13" type="pic"/>
          </p:nvPr>
        </p:nvSpPr>
        <p:spPr>
          <a:xfrm>
            <a:off x="5826700" y="1580525"/>
            <a:ext cx="1143000" cy="1076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1438" rotWithShape="0" algn="bl" dir="1080000" dist="19050">
              <a:schemeClr val="dk2">
                <a:alpha val="4705"/>
              </a:schemeClr>
            </a:outerShdw>
          </a:effectLst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7"/>
          <p:cNvSpPr txBox="1"/>
          <p:nvPr>
            <p:ph type="title"/>
          </p:nvPr>
        </p:nvSpPr>
        <p:spPr>
          <a:xfrm>
            <a:off x="4702850" y="228600"/>
            <a:ext cx="28254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2-Lines</a:t>
            </a:r>
            <a:endParaRPr/>
          </a:p>
        </p:txBody>
      </p:sp>
      <p:sp>
        <p:nvSpPr>
          <p:cNvPr id="855" name="Google Shape;855;p47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6" name="Google Shape;856;p47"/>
          <p:cNvSpPr txBox="1"/>
          <p:nvPr>
            <p:ph idx="1" type="body"/>
          </p:nvPr>
        </p:nvSpPr>
        <p:spPr>
          <a:xfrm>
            <a:off x="4703800" y="1302575"/>
            <a:ext cx="4016400" cy="3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03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elit.</a:t>
            </a:r>
            <a:endParaRPr/>
          </a:p>
        </p:txBody>
      </p:sp>
      <p:sp>
        <p:nvSpPr>
          <p:cNvPr id="857" name="Google Shape;857;p47"/>
          <p:cNvSpPr/>
          <p:nvPr>
            <p:ph idx="2" type="pic"/>
          </p:nvPr>
        </p:nvSpPr>
        <p:spPr>
          <a:xfrm>
            <a:off x="412425" y="432000"/>
            <a:ext cx="3739800" cy="4016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48"/>
          <p:cNvSpPr txBox="1"/>
          <p:nvPr>
            <p:ph type="title"/>
          </p:nvPr>
        </p:nvSpPr>
        <p:spPr>
          <a:xfrm>
            <a:off x="411475" y="228600"/>
            <a:ext cx="28254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2-Lines</a:t>
            </a:r>
            <a:endParaRPr/>
          </a:p>
        </p:txBody>
      </p:sp>
      <p:sp>
        <p:nvSpPr>
          <p:cNvPr id="863" name="Google Shape;863;p48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4" name="Google Shape;864;p48"/>
          <p:cNvSpPr txBox="1"/>
          <p:nvPr>
            <p:ph idx="1" type="body"/>
          </p:nvPr>
        </p:nvSpPr>
        <p:spPr>
          <a:xfrm>
            <a:off x="412425" y="1302575"/>
            <a:ext cx="4016400" cy="3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03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elit.</a:t>
            </a:r>
            <a:endParaRPr/>
          </a:p>
        </p:txBody>
      </p:sp>
      <p:sp>
        <p:nvSpPr>
          <p:cNvPr id="865" name="Google Shape;865;p48"/>
          <p:cNvSpPr/>
          <p:nvPr>
            <p:ph idx="2" type="pic"/>
          </p:nvPr>
        </p:nvSpPr>
        <p:spPr>
          <a:xfrm>
            <a:off x="4854825" y="432000"/>
            <a:ext cx="3739800" cy="4016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9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71" name="Google Shape;871;p49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2" name="Google Shape;872;p49"/>
          <p:cNvSpPr txBox="1"/>
          <p:nvPr>
            <p:ph type="title"/>
          </p:nvPr>
        </p:nvSpPr>
        <p:spPr>
          <a:xfrm>
            <a:off x="411475" y="228600"/>
            <a:ext cx="28254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2-Lines</a:t>
            </a:r>
            <a:endParaRPr/>
          </a:p>
        </p:txBody>
      </p:sp>
      <p:sp>
        <p:nvSpPr>
          <p:cNvPr id="873" name="Google Shape;873;p49"/>
          <p:cNvSpPr txBox="1"/>
          <p:nvPr>
            <p:ph idx="1" type="body"/>
          </p:nvPr>
        </p:nvSpPr>
        <p:spPr>
          <a:xfrm>
            <a:off x="412425" y="1302575"/>
            <a:ext cx="4016400" cy="3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03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0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9" name="Google Shape;879;p50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4797250" y="228600"/>
            <a:ext cx="28254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Slide Header Goes Here 2-Lines</a:t>
            </a:r>
            <a:endParaRPr/>
          </a:p>
        </p:txBody>
      </p:sp>
      <p:sp>
        <p:nvSpPr>
          <p:cNvPr id="881" name="Google Shape;881;p50"/>
          <p:cNvSpPr txBox="1"/>
          <p:nvPr>
            <p:ph idx="1" type="body"/>
          </p:nvPr>
        </p:nvSpPr>
        <p:spPr>
          <a:xfrm>
            <a:off x="4797250" y="1302575"/>
            <a:ext cx="3855000" cy="3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03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 magna. 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elit.</a:t>
            </a:r>
            <a:endParaRPr/>
          </a:p>
        </p:txBody>
      </p:sp>
      <p:pic>
        <p:nvPicPr>
          <p:cNvPr id="882" name="Google Shape;882;p50" title="CRI_Logo_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425" y="4643537"/>
            <a:ext cx="830797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88" name="Google Shape;888;p51"/>
          <p:cNvGrpSpPr/>
          <p:nvPr/>
        </p:nvGrpSpPr>
        <p:grpSpPr>
          <a:xfrm>
            <a:off x="6416734" y="2826493"/>
            <a:ext cx="2727264" cy="2316762"/>
            <a:chOff x="6068313" y="2475649"/>
            <a:chExt cx="3140562" cy="2667851"/>
          </a:xfrm>
        </p:grpSpPr>
        <p:pic>
          <p:nvPicPr>
            <p:cNvPr id="889" name="Google Shape;889;p51" title="bottom dots_clors.png"/>
            <p:cNvPicPr preferRelativeResize="0"/>
            <p:nvPr/>
          </p:nvPicPr>
          <p:blipFill rotWithShape="1">
            <a:blip r:embed="rId3">
              <a:alphaModFix/>
            </a:blip>
            <a:srcRect b="0" l="76757" r="0" t="0"/>
            <a:stretch/>
          </p:blipFill>
          <p:spPr>
            <a:xfrm>
              <a:off x="6068313" y="4606475"/>
              <a:ext cx="3137750" cy="53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0" name="Google Shape;890;p51" title="bottom dots_clors.png"/>
            <p:cNvPicPr preferRelativeResize="0"/>
            <p:nvPr/>
          </p:nvPicPr>
          <p:blipFill rotWithShape="1">
            <a:blip r:embed="rId3">
              <a:alphaModFix/>
            </a:blip>
            <a:srcRect b="0" l="78376" r="5941" t="606"/>
            <a:stretch/>
          </p:blipFill>
          <p:spPr>
            <a:xfrm rot="-5400000">
              <a:off x="7883449" y="3267274"/>
              <a:ext cx="2117051" cy="5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1" name="Google Shape;891;p51" title="bottom dots_clors.png"/>
            <p:cNvPicPr preferRelativeResize="0"/>
            <p:nvPr/>
          </p:nvPicPr>
          <p:blipFill rotWithShape="1">
            <a:blip r:embed="rId3">
              <a:alphaModFix/>
            </a:blip>
            <a:srcRect b="23125" l="78376" r="8904" t="602"/>
            <a:stretch/>
          </p:blipFill>
          <p:spPr>
            <a:xfrm rot="-5400000">
              <a:off x="7597905" y="3529337"/>
              <a:ext cx="1717101" cy="40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2" name="Google Shape;892;p51" title="bottom dots_clors.png"/>
            <p:cNvPicPr preferRelativeResize="0"/>
            <p:nvPr/>
          </p:nvPicPr>
          <p:blipFill rotWithShape="1">
            <a:blip r:embed="rId3">
              <a:alphaModFix/>
            </a:blip>
            <a:srcRect b="23728" l="72094" r="15594" t="0"/>
            <a:stretch/>
          </p:blipFill>
          <p:spPr>
            <a:xfrm rot="-5400000">
              <a:off x="7149675" y="3556925"/>
              <a:ext cx="1661925" cy="409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3" name="Google Shape;893;p51"/>
          <p:cNvSpPr txBox="1"/>
          <p:nvPr>
            <p:ph type="title"/>
          </p:nvPr>
        </p:nvSpPr>
        <p:spPr>
          <a:xfrm>
            <a:off x="411475" y="228600"/>
            <a:ext cx="7938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Full Image Slide</a:t>
            </a:r>
            <a:endParaRPr/>
          </a:p>
        </p:txBody>
      </p:sp>
      <p:sp>
        <p:nvSpPr>
          <p:cNvPr id="894" name="Google Shape;894;p51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2"/>
          <p:cNvSpPr txBox="1"/>
          <p:nvPr>
            <p:ph type="title"/>
          </p:nvPr>
        </p:nvSpPr>
        <p:spPr>
          <a:xfrm>
            <a:off x="1388100" y="1529700"/>
            <a:ext cx="6367800" cy="20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Lorem ipsum dolor sit amet, consectetur</a:t>
            </a:r>
            <a:br>
              <a:rPr lang="en"/>
            </a:br>
            <a:r>
              <a:rPr lang="en"/>
              <a:t>adipiscing elit. Nunc id metus a elit egestas suscipit nec vitae magna. Proin condimen tum feugiat quam et vestibulum dolor mollis quis.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00" name="Google Shape;900;p52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01" name="Google Shape;901;p52"/>
          <p:cNvSpPr txBox="1"/>
          <p:nvPr>
            <p:ph idx="1" type="subTitle"/>
          </p:nvPr>
        </p:nvSpPr>
        <p:spPr>
          <a:xfrm>
            <a:off x="2743950" y="3685475"/>
            <a:ext cx="3656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Name of Person</a:t>
            </a:r>
            <a:endParaRPr/>
          </a:p>
        </p:txBody>
      </p:sp>
      <p:sp>
        <p:nvSpPr>
          <p:cNvPr id="902" name="Google Shape;902;p52"/>
          <p:cNvSpPr txBox="1"/>
          <p:nvPr>
            <p:ph idx="2" type="subTitle"/>
          </p:nvPr>
        </p:nvSpPr>
        <p:spPr>
          <a:xfrm>
            <a:off x="2743950" y="3905888"/>
            <a:ext cx="3656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Status of Cancer Treatment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3"/>
          <p:cNvSpPr txBox="1"/>
          <p:nvPr>
            <p:ph type="title"/>
          </p:nvPr>
        </p:nvSpPr>
        <p:spPr>
          <a:xfrm>
            <a:off x="412425" y="1529700"/>
            <a:ext cx="5289300" cy="2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Lorem ipsum dolor sit amet, consectetur</a:t>
            </a:r>
            <a:br>
              <a:rPr lang="en" sz="2000"/>
            </a:br>
            <a:r>
              <a:rPr lang="en" sz="2000"/>
              <a:t>adipiscing elit. Nunc id metus a elit egestas suscipit nec vitae magna. Proin condimen tum feugiat quam et vestibulum dolor mollis quis.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08" name="Google Shape;908;p53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9" name="Google Shape;909;p53"/>
          <p:cNvSpPr txBox="1"/>
          <p:nvPr>
            <p:ph idx="1" type="subTitle"/>
          </p:nvPr>
        </p:nvSpPr>
        <p:spPr>
          <a:xfrm>
            <a:off x="1070175" y="826913"/>
            <a:ext cx="3656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Name of Person</a:t>
            </a:r>
            <a:endParaRPr/>
          </a:p>
        </p:txBody>
      </p:sp>
      <p:sp>
        <p:nvSpPr>
          <p:cNvPr id="910" name="Google Shape;910;p53"/>
          <p:cNvSpPr txBox="1"/>
          <p:nvPr>
            <p:ph idx="2" type="subTitle"/>
          </p:nvPr>
        </p:nvSpPr>
        <p:spPr>
          <a:xfrm>
            <a:off x="1070175" y="1047325"/>
            <a:ext cx="3656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Status of Cancer Treatment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4"/>
          <p:cNvSpPr txBox="1"/>
          <p:nvPr>
            <p:ph type="title"/>
          </p:nvPr>
        </p:nvSpPr>
        <p:spPr>
          <a:xfrm>
            <a:off x="3219450" y="1529700"/>
            <a:ext cx="52890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 sz="1400"/>
              <a:t>Lorem ipsum dolor sit amet, consectetur adipiscing elit.</a:t>
            </a:r>
            <a:br>
              <a:rPr lang="en" sz="1400"/>
            </a:br>
            <a:r>
              <a:rPr lang="en" sz="1400"/>
              <a:t>Nunc id metus a elit egestas suscipit nec vitae magna.</a:t>
            </a:r>
            <a:endParaRPr sz="1400"/>
          </a:p>
        </p:txBody>
      </p:sp>
      <p:sp>
        <p:nvSpPr>
          <p:cNvPr id="916" name="Google Shape;916;p54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7" name="Google Shape;917;p54"/>
          <p:cNvSpPr txBox="1"/>
          <p:nvPr>
            <p:ph idx="1" type="subTitle"/>
          </p:nvPr>
        </p:nvSpPr>
        <p:spPr>
          <a:xfrm>
            <a:off x="353650" y="3183975"/>
            <a:ext cx="24945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Name of Person</a:t>
            </a:r>
            <a:endParaRPr/>
          </a:p>
        </p:txBody>
      </p:sp>
      <p:sp>
        <p:nvSpPr>
          <p:cNvPr id="918" name="Google Shape;918;p54"/>
          <p:cNvSpPr txBox="1"/>
          <p:nvPr>
            <p:ph idx="3" type="subTitle"/>
          </p:nvPr>
        </p:nvSpPr>
        <p:spPr>
          <a:xfrm>
            <a:off x="353650" y="3404394"/>
            <a:ext cx="24945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Status of Cancer Treatment</a:t>
            </a:r>
            <a:endParaRPr/>
          </a:p>
        </p:txBody>
      </p:sp>
      <p:sp>
        <p:nvSpPr>
          <p:cNvPr id="919" name="Google Shape;919;p54"/>
          <p:cNvSpPr/>
          <p:nvPr>
            <p:ph idx="2" type="pic"/>
          </p:nvPr>
        </p:nvSpPr>
        <p:spPr>
          <a:xfrm>
            <a:off x="632050" y="843150"/>
            <a:ext cx="1937700" cy="1937700"/>
          </a:xfrm>
          <a:prstGeom prst="ellipse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p54"/>
          <p:cNvSpPr txBox="1"/>
          <p:nvPr>
            <p:ph idx="4" type="title"/>
          </p:nvPr>
        </p:nvSpPr>
        <p:spPr>
          <a:xfrm>
            <a:off x="3219450" y="2474750"/>
            <a:ext cx="4552500" cy="2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03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vitae.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 vitae.</a:t>
            </a:r>
            <a:endParaRPr/>
          </a:p>
          <a:p>
            <a:pPr indent="-180340" lvl="0" marL="18288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1400"/>
              <a:buFont typeface="Rethink Sans"/>
              <a:buChar char="●"/>
            </a:pPr>
            <a:r>
              <a:rPr lang="en"/>
              <a:t>Lorem ipsum dolor sit amet, consectetur adipiscing elit. Nunc id metus a elit egestas suscipit nec.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5"/>
          <p:cNvSpPr txBox="1"/>
          <p:nvPr>
            <p:ph type="title"/>
          </p:nvPr>
        </p:nvSpPr>
        <p:spPr>
          <a:xfrm>
            <a:off x="412425" y="1529250"/>
            <a:ext cx="56103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Divider Slide 1</a:t>
            </a:r>
            <a:endParaRPr/>
          </a:p>
        </p:txBody>
      </p:sp>
      <p:sp>
        <p:nvSpPr>
          <p:cNvPr id="926" name="Google Shape;926;p55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6"/>
          <p:cNvSpPr txBox="1"/>
          <p:nvPr>
            <p:ph type="title"/>
          </p:nvPr>
        </p:nvSpPr>
        <p:spPr>
          <a:xfrm>
            <a:off x="412425" y="1529250"/>
            <a:ext cx="56103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Divider Slide 2</a:t>
            </a:r>
            <a:endParaRPr/>
          </a:p>
        </p:txBody>
      </p:sp>
      <p:sp>
        <p:nvSpPr>
          <p:cNvPr id="932" name="Google Shape;932;p56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7"/>
          <p:cNvSpPr txBox="1"/>
          <p:nvPr>
            <p:ph type="title"/>
          </p:nvPr>
        </p:nvSpPr>
        <p:spPr>
          <a:xfrm>
            <a:off x="412425" y="1529250"/>
            <a:ext cx="56103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Divider Slide 3</a:t>
            </a:r>
            <a:endParaRPr/>
          </a:p>
        </p:txBody>
      </p:sp>
      <p:sp>
        <p:nvSpPr>
          <p:cNvPr id="938" name="Google Shape;938;p57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/>
          <p:nvPr>
            <p:ph type="title"/>
          </p:nvPr>
        </p:nvSpPr>
        <p:spPr>
          <a:xfrm>
            <a:off x="412425" y="1705450"/>
            <a:ext cx="51381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Stay Connected at</a:t>
            </a:r>
            <a:endParaRPr/>
          </a:p>
        </p:txBody>
      </p:sp>
      <p:sp>
        <p:nvSpPr>
          <p:cNvPr id="944" name="Google Shape;944;p58"/>
          <p:cNvSpPr txBox="1"/>
          <p:nvPr>
            <p:ph idx="1" type="subTitle"/>
          </p:nvPr>
        </p:nvSpPr>
        <p:spPr>
          <a:xfrm>
            <a:off x="403800" y="2318400"/>
            <a:ext cx="21135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azhou@cancerresearch.org</a:t>
            </a:r>
            <a:endParaRPr/>
          </a:p>
        </p:txBody>
      </p:sp>
      <p:sp>
        <p:nvSpPr>
          <p:cNvPr id="945" name="Google Shape;945;p58"/>
          <p:cNvSpPr/>
          <p:nvPr>
            <p:ph idx="3" type="pic"/>
          </p:nvPr>
        </p:nvSpPr>
        <p:spPr>
          <a:xfrm>
            <a:off x="7457425" y="3234700"/>
            <a:ext cx="1095000" cy="1095000"/>
          </a:xfrm>
          <a:prstGeom prst="rect">
            <a:avLst/>
          </a:prstGeom>
          <a:noFill/>
          <a:ln>
            <a:noFill/>
          </a:ln>
        </p:spPr>
      </p:sp>
      <p:sp>
        <p:nvSpPr>
          <p:cNvPr id="946" name="Google Shape;946;p58"/>
          <p:cNvSpPr txBox="1"/>
          <p:nvPr>
            <p:ph idx="4" type="subTitle"/>
          </p:nvPr>
        </p:nvSpPr>
        <p:spPr>
          <a:xfrm>
            <a:off x="5118264" y="3297950"/>
            <a:ext cx="19686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/>
              <a:t>Scan the QR code</a:t>
            </a:r>
            <a:br>
              <a:rPr lang="en"/>
            </a:br>
            <a:r>
              <a:rPr lang="en"/>
              <a:t>to help create a world immune to cancer</a:t>
            </a:r>
            <a:endParaRPr/>
          </a:p>
        </p:txBody>
      </p:sp>
      <p:cxnSp>
        <p:nvCxnSpPr>
          <p:cNvPr id="947" name="Google Shape;947;p58"/>
          <p:cNvCxnSpPr/>
          <p:nvPr/>
        </p:nvCxnSpPr>
        <p:spPr>
          <a:xfrm>
            <a:off x="2554975" y="2273265"/>
            <a:ext cx="0" cy="330900"/>
          </a:xfrm>
          <a:prstGeom prst="straightConnector1">
            <a:avLst/>
          </a:prstGeom>
          <a:noFill/>
          <a:ln cap="flat" cmpd="sng" w="9525">
            <a:solidFill>
              <a:srgbClr val="0BD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8" name="Google Shape;948;p58"/>
          <p:cNvSpPr txBox="1"/>
          <p:nvPr>
            <p:ph idx="2" type="subTitle"/>
          </p:nvPr>
        </p:nvSpPr>
        <p:spPr>
          <a:xfrm>
            <a:off x="2771425" y="2318400"/>
            <a:ext cx="28044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cancerreasearch.org/stay-connected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9"/>
          <p:cNvSpPr txBox="1"/>
          <p:nvPr>
            <p:ph type="title"/>
          </p:nvPr>
        </p:nvSpPr>
        <p:spPr>
          <a:xfrm>
            <a:off x="412425" y="1705450"/>
            <a:ext cx="51381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Stay Connected at</a:t>
            </a:r>
            <a:endParaRPr/>
          </a:p>
        </p:txBody>
      </p:sp>
      <p:sp>
        <p:nvSpPr>
          <p:cNvPr id="954" name="Google Shape;954;p59"/>
          <p:cNvSpPr txBox="1"/>
          <p:nvPr>
            <p:ph idx="1" type="subTitle"/>
          </p:nvPr>
        </p:nvSpPr>
        <p:spPr>
          <a:xfrm>
            <a:off x="403800" y="2318400"/>
            <a:ext cx="2472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azhou@cancerresearch.org</a:t>
            </a:r>
            <a:endParaRPr/>
          </a:p>
        </p:txBody>
      </p:sp>
      <p:sp>
        <p:nvSpPr>
          <p:cNvPr id="955" name="Google Shape;955;p59"/>
          <p:cNvSpPr txBox="1"/>
          <p:nvPr>
            <p:ph idx="2" type="subTitle"/>
          </p:nvPr>
        </p:nvSpPr>
        <p:spPr>
          <a:xfrm>
            <a:off x="2771425" y="2318400"/>
            <a:ext cx="28044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cancerreasearch.org/stay-connected</a:t>
            </a:r>
            <a:endParaRPr/>
          </a:p>
        </p:txBody>
      </p:sp>
      <p:sp>
        <p:nvSpPr>
          <p:cNvPr id="956" name="Google Shape;956;p59"/>
          <p:cNvSpPr/>
          <p:nvPr>
            <p:ph idx="3" type="pic"/>
          </p:nvPr>
        </p:nvSpPr>
        <p:spPr>
          <a:xfrm>
            <a:off x="7457425" y="3234700"/>
            <a:ext cx="1095000" cy="1095000"/>
          </a:xfrm>
          <a:prstGeom prst="rect">
            <a:avLst/>
          </a:prstGeom>
          <a:noFill/>
          <a:ln>
            <a:noFill/>
          </a:ln>
        </p:spPr>
      </p:sp>
      <p:sp>
        <p:nvSpPr>
          <p:cNvPr id="957" name="Google Shape;957;p59"/>
          <p:cNvSpPr txBox="1"/>
          <p:nvPr>
            <p:ph idx="4" type="subTitle"/>
          </p:nvPr>
        </p:nvSpPr>
        <p:spPr>
          <a:xfrm>
            <a:off x="5116350" y="3297950"/>
            <a:ext cx="20520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/>
              <a:t>Scan the QR code</a:t>
            </a:r>
            <a:br>
              <a:rPr lang="en"/>
            </a:br>
            <a:r>
              <a:rPr lang="en"/>
              <a:t>to help create a world immune to cancer</a:t>
            </a:r>
            <a:endParaRPr/>
          </a:p>
        </p:txBody>
      </p:sp>
      <p:cxnSp>
        <p:nvCxnSpPr>
          <p:cNvPr id="958" name="Google Shape;958;p59"/>
          <p:cNvCxnSpPr/>
          <p:nvPr/>
        </p:nvCxnSpPr>
        <p:spPr>
          <a:xfrm>
            <a:off x="2554975" y="2273265"/>
            <a:ext cx="0" cy="330900"/>
          </a:xfrm>
          <a:prstGeom prst="straightConnector1">
            <a:avLst/>
          </a:prstGeom>
          <a:noFill/>
          <a:ln cap="flat" cmpd="sng" w="9525">
            <a:solidFill>
              <a:srgbClr val="0BD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0"/>
          <p:cNvSpPr txBox="1"/>
          <p:nvPr>
            <p:ph idx="12" type="sldNum"/>
          </p:nvPr>
        </p:nvSpPr>
        <p:spPr>
          <a:xfrm>
            <a:off x="8293608" y="4800600"/>
            <a:ext cx="426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1D1752"/>
      </a:dk2>
      <a:lt2>
        <a:srgbClr val="754DC1"/>
      </a:lt2>
      <a:accent1>
        <a:srgbClr val="DD510B"/>
      </a:accent1>
      <a:accent2>
        <a:srgbClr val="C0BBED"/>
      </a:accent2>
      <a:accent3>
        <a:srgbClr val="3147D5"/>
      </a:accent3>
      <a:accent4>
        <a:srgbClr val="0BDDBA"/>
      </a:accent4>
      <a:accent5>
        <a:srgbClr val="D1C066"/>
      </a:accent5>
      <a:accent6>
        <a:srgbClr val="FD411C"/>
      </a:accent6>
      <a:hlink>
        <a:srgbClr val="960E0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