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7" r:id="rId4"/>
    <p:sldId id="585" r:id="rId5"/>
    <p:sldId id="582" r:id="rId6"/>
    <p:sldId id="583" r:id="rId7"/>
    <p:sldId id="579" r:id="rId8"/>
    <p:sldId id="26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VbweRC3svyl4ieGmmriuc70g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2548581" y="2505673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3690730" y="3532213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/>
          <p:nvPr/>
        </p:nvSpPr>
        <p:spPr>
          <a:xfrm>
            <a:off x="0" y="6521547"/>
            <a:ext cx="4810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sz="1400" b="0" i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" name="Google Shape;20;p9" descr="Purple circles on a black background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mbio.org/" TargetMode="External"/><Relationship Id="rId13" Type="http://schemas.openxmlformats.org/officeDocument/2006/relationships/hyperlink" Target="http://vatools.org/" TargetMode="External"/><Relationship Id="rId18" Type="http://schemas.openxmlformats.org/officeDocument/2006/relationships/image" Target="../media/image11.jpg"/><Relationship Id="rId3" Type="http://schemas.openxmlformats.org/officeDocument/2006/relationships/image" Target="../media/image5.jpg"/><Relationship Id="rId21" Type="http://schemas.openxmlformats.org/officeDocument/2006/relationships/image" Target="../media/image14.png"/><Relationship Id="rId7" Type="http://schemas.openxmlformats.org/officeDocument/2006/relationships/hyperlink" Target="http://www.genviz.org/" TargetMode="External"/><Relationship Id="rId12" Type="http://schemas.openxmlformats.org/officeDocument/2006/relationships/hyperlink" Target="http://regtools.org/" TargetMode="External"/><Relationship Id="rId17" Type="http://schemas.openxmlformats.org/officeDocument/2006/relationships/image" Target="../media/image10.jpeg"/><Relationship Id="rId2" Type="http://schemas.openxmlformats.org/officeDocument/2006/relationships/image" Target="../media/image4.jpg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rnabio.org/" TargetMode="External"/><Relationship Id="rId11" Type="http://schemas.openxmlformats.org/officeDocument/2006/relationships/hyperlink" Target="http://dgidb.org/" TargetMode="External"/><Relationship Id="rId5" Type="http://schemas.openxmlformats.org/officeDocument/2006/relationships/hyperlink" Target="http://www.griffithlab.org/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pvactools.org/" TargetMode="External"/><Relationship Id="rId19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hyperlink" Target="https://civicdb.org/" TargetMode="External"/><Relationship Id="rId1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>
            <a:spLocks noGrp="1"/>
          </p:cNvSpPr>
          <p:nvPr>
            <p:ph type="subTitle" idx="1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4400" b="1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id="72" name="Google Shape;72;p1" descr="A logo with white do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2297" r="12122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648072"/>
          </a:xfrm>
        </p:spPr>
        <p:txBody>
          <a:bodyPr/>
          <a:lstStyle/>
          <a:p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Introductions to </a:t>
            </a:r>
            <a:r>
              <a:rPr lang="en-US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RNAseq</a:t>
            </a: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instructors</a:t>
            </a:r>
          </a:p>
        </p:txBody>
      </p:sp>
      <p:pic>
        <p:nvPicPr>
          <p:cNvPr id="8" name="Picture 7" descr="MalachiGriffit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6" y="852590"/>
            <a:ext cx="1504063" cy="1671180"/>
          </a:xfrm>
          <a:prstGeom prst="ellipse">
            <a:avLst/>
          </a:prstGeom>
        </p:spPr>
      </p:pic>
      <p:pic>
        <p:nvPicPr>
          <p:cNvPr id="9" name="Picture 8" descr="ObiGriffith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13"/>
          <a:stretch>
            <a:fillRect/>
          </a:stretch>
        </p:blipFill>
        <p:spPr>
          <a:xfrm>
            <a:off x="2647722" y="836712"/>
            <a:ext cx="1504062" cy="1595323"/>
          </a:xfrm>
          <a:prstGeom prst="ellipse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939" y="2502912"/>
            <a:ext cx="241335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Malachi Griffith</a:t>
            </a:r>
            <a:b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Professor of Medicine</a:t>
            </a:r>
            <a:b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Professor of Genetics</a:t>
            </a:r>
          </a:p>
          <a:p>
            <a:pPr algn="ctr"/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Assistant Director, MGI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1873" y="2502912"/>
            <a:ext cx="214763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Obi Griffith</a:t>
            </a:r>
          </a:p>
          <a:p>
            <a:pPr algn="ctr"/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Professor of Medicine</a:t>
            </a:r>
            <a:b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Professor of Genetics</a:t>
            </a:r>
          </a:p>
          <a:p>
            <a:pPr algn="ctr"/>
            <a:r>
              <a:rPr 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Assistant Director, MGI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2A286-F53C-9F44-96AA-03E0C86F5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97" y="3501008"/>
            <a:ext cx="3240360" cy="6785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82E6C50-C9F1-204F-9954-3A2E9FD467C3}"/>
              </a:ext>
            </a:extLst>
          </p:cNvPr>
          <p:cNvSpPr txBox="1"/>
          <p:nvPr/>
        </p:nvSpPr>
        <p:spPr>
          <a:xfrm>
            <a:off x="-24680" y="4221088"/>
            <a:ext cx="4778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griffithlab.org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1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6"/>
              </a:rPr>
              <a:t>rnabio.org</a:t>
            </a:r>
            <a:r>
              <a:rPr lang="en-US" sz="1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7"/>
              </a:rPr>
              <a:t>genviz.org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8"/>
              </a:rPr>
              <a:t>pmbio.org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9"/>
              </a:rPr>
              <a:t>civicdb.org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10"/>
              </a:rPr>
              <a:t>pvactools.org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11"/>
              </a:rPr>
              <a:t>dgidb.org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12"/>
              </a:rPr>
              <a:t>regtools.org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13"/>
              </a:rPr>
              <a:t>vatools.org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D647F2E-2160-114E-B90D-D382568A25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30" y="5301208"/>
            <a:ext cx="3534528" cy="1095978"/>
          </a:xfrm>
          <a:prstGeom prst="rect">
            <a:avLst/>
          </a:prstGeom>
        </p:spPr>
      </p:pic>
      <p:pic>
        <p:nvPicPr>
          <p:cNvPr id="16" name="Google Shape;97;p5">
            <a:extLst>
              <a:ext uri="{FF2B5EF4-FFF2-40B4-BE49-F238E27FC236}">
                <a16:creationId xmlns:a16="http://schemas.microsoft.com/office/drawing/2014/main" id="{C22B3B4A-CE50-5044-8C06-929A87208C24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522500" y="5065452"/>
            <a:ext cx="1496701" cy="107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FFF3B7-638B-4946-ABCF-7FC6DEBB6E1D}"/>
              </a:ext>
            </a:extLst>
          </p:cNvPr>
          <p:cNvSpPr txBox="1"/>
          <p:nvPr/>
        </p:nvSpPr>
        <p:spPr>
          <a:xfrm>
            <a:off x="6612659" y="5003884"/>
            <a:ext cx="2147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Isabel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Risch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DA4968-8DA1-E245-A982-23E0A25AC84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059" y="3563724"/>
            <a:ext cx="1252271" cy="1440112"/>
          </a:xfrm>
          <a:prstGeom prst="ellipse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E41054-C85B-E847-9B65-53321D2EA15B}"/>
              </a:ext>
            </a:extLst>
          </p:cNvPr>
          <p:cNvSpPr txBox="1"/>
          <p:nvPr/>
        </p:nvSpPr>
        <p:spPr>
          <a:xfrm>
            <a:off x="5041086" y="5003884"/>
            <a:ext cx="1571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Zhibin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Lu</a:t>
            </a:r>
          </a:p>
        </p:txBody>
      </p:sp>
      <p:pic>
        <p:nvPicPr>
          <p:cNvPr id="6" name="Picture 5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D809D737-A41C-DB52-FF55-CB51C924194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303" y="3553263"/>
            <a:ext cx="1440112" cy="1440112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B4E565-3E23-2104-B8F7-7022ADBC7B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8" r="8448"/>
          <a:stretch/>
        </p:blipFill>
        <p:spPr>
          <a:xfrm>
            <a:off x="5227901" y="1362851"/>
            <a:ext cx="1203758" cy="1370247"/>
          </a:xfrm>
          <a:prstGeom prst="ellipse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AAC268-E31B-178C-4DE2-EA0879EE99FE}"/>
              </a:ext>
            </a:extLst>
          </p:cNvPr>
          <p:cNvSpPr txBox="1"/>
          <p:nvPr/>
        </p:nvSpPr>
        <p:spPr>
          <a:xfrm>
            <a:off x="4956475" y="2762916"/>
            <a:ext cx="1691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Diogo Pellegrina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E46AF0-2E1D-82C5-148E-5E7F8273CFE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1" b="6631"/>
          <a:stretch/>
        </p:blipFill>
        <p:spPr>
          <a:xfrm>
            <a:off x="7052058" y="1393023"/>
            <a:ext cx="1286895" cy="1286895"/>
          </a:xfrm>
          <a:prstGeom prst="ellipse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E9D434-18BD-ECC9-A39D-8C0976709E0B}"/>
              </a:ext>
            </a:extLst>
          </p:cNvPr>
          <p:cNvSpPr txBox="1"/>
          <p:nvPr/>
        </p:nvSpPr>
        <p:spPr>
          <a:xfrm>
            <a:off x="6828683" y="2709736"/>
            <a:ext cx="1691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Alyona Ivanova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54DFF7-2C5E-95F0-C023-CD648C37BCC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10406" y="1352309"/>
            <a:ext cx="2520888" cy="16805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42C48A-834B-5DAC-EA29-307B809B03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48132" y="2961740"/>
            <a:ext cx="1790902" cy="3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F7C8-464C-1340-A041-0A03F3FD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to course – philosophy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81B26-1E7E-7B40-81E7-5F8F8FBC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“the bioinformatics” for someone, and you help them for a day. Teach someone to do bioinformatics, and you help them for a lifetime.</a:t>
            </a:r>
          </a:p>
          <a:p>
            <a:pPr marL="0" indent="0" algn="r">
              <a:buNone/>
            </a:pPr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Ancient Chinese proverb</a:t>
            </a:r>
          </a:p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Course goals</a:t>
            </a:r>
          </a:p>
          <a:p>
            <a:pPr lvl="1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concepts and develop skills for sequence analysis</a:t>
            </a:r>
          </a:p>
          <a:p>
            <a:pPr lvl="1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the foundation for tackling your own analysis challenges</a:t>
            </a:r>
          </a:p>
          <a:p>
            <a:pPr lvl="1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to think like a bioinformatician</a:t>
            </a:r>
          </a:p>
          <a:p>
            <a:pPr lvl="1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 fun</a:t>
            </a:r>
          </a:p>
        </p:txBody>
      </p:sp>
    </p:spTree>
    <p:extLst>
      <p:ext uri="{BB962C8B-B14F-4D97-AF65-F5344CB8AC3E}">
        <p14:creationId xmlns:p14="http://schemas.microsoft.com/office/powerpoint/2010/main" val="46028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D3AF-EEB6-2448-BCD4-FCA3CA1C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Course format for a typical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1C395-B60A-F44C-876E-337B8CAF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423926"/>
            <a:ext cx="11785600" cy="4724400"/>
          </a:xfrm>
        </p:spPr>
        <p:txBody>
          <a:bodyPr/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BREAK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Practical exercises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Lunch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Practical exercises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BREAK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Practical exercises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Wrap-up and Q&amp;A</a:t>
            </a:r>
          </a:p>
        </p:txBody>
      </p:sp>
    </p:spTree>
    <p:extLst>
      <p:ext uri="{BB962C8B-B14F-4D97-AF65-F5344CB8AC3E}">
        <p14:creationId xmlns:p14="http://schemas.microsoft.com/office/powerpoint/2010/main" val="354116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27384"/>
            <a:ext cx="8839200" cy="792088"/>
          </a:xfrm>
        </p:spPr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Student poll (respond in slack)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836712"/>
            <a:ext cx="9964216" cy="53004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 counting the pre-requisites and materials for this course: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you consider yourself a bioinformatician? Computational biologist?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you familiar with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linux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/command line?</a:t>
            </a:r>
          </a:p>
          <a:p>
            <a:pPr lvl="1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Beginner?</a:t>
            </a:r>
          </a:p>
          <a:p>
            <a:pPr lvl="1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Intermediate? </a:t>
            </a:r>
          </a:p>
          <a:p>
            <a:pPr lvl="1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Expert?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you sometimes write code?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you familiar with R?</a:t>
            </a:r>
          </a:p>
          <a:p>
            <a:pPr lvl="1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Intermediate?</a:t>
            </a:r>
          </a:p>
          <a:p>
            <a:pPr lvl="1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Expert?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you use git/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github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organism do you work with? (Put an animal emoji in slack)</a:t>
            </a:r>
          </a:p>
          <a:p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you interested in bulk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RNAseq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scRNAseq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or both?</a:t>
            </a:r>
          </a:p>
        </p:txBody>
      </p:sp>
    </p:spTree>
    <p:extLst>
      <p:ext uri="{BB962C8B-B14F-4D97-AF65-F5344CB8AC3E}">
        <p14:creationId xmlns:p14="http://schemas.microsoft.com/office/powerpoint/2010/main" val="244493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Coffee Break &amp; Networking Session</a:t>
            </a:r>
            <a:endParaRPr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body" idx="1"/>
          </p:nvPr>
        </p:nvSpPr>
        <p:spPr>
          <a:xfrm>
            <a:off x="4386262" y="4511675"/>
            <a:ext cx="341947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Workshop Sponsors</a:t>
            </a:r>
            <a:endParaRPr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8" name="Google Shape;108;p6" title="cih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0652" y="526265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 title="oic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4569" y="5223333"/>
            <a:ext cx="1256757" cy="9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 title="genomecana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215" y="5262645"/>
            <a:ext cx="1724888" cy="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 title="ontariogenomic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1450" y="5288156"/>
            <a:ext cx="1956783" cy="78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264</Words>
  <Application>Microsoft Macintosh PowerPoint</Application>
  <PresentationFormat>Widescreen</PresentationFormat>
  <Paragraphs>52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Helvetica Neue</vt:lpstr>
      <vt:lpstr>Arial</vt:lpstr>
      <vt:lpstr>Helvetica Neue Light</vt:lpstr>
      <vt:lpstr>1_Custom Design</vt:lpstr>
      <vt:lpstr>Office Theme</vt:lpstr>
      <vt:lpstr>PowerPoint Presentation</vt:lpstr>
      <vt:lpstr>PowerPoint Presentation</vt:lpstr>
      <vt:lpstr>Introductions to RNAseq instructors</vt:lpstr>
      <vt:lpstr>Introduction to course – philosophy and goals</vt:lpstr>
      <vt:lpstr>Course format for a typical day</vt:lpstr>
      <vt:lpstr>Student poll (respond in slack)</vt:lpstr>
      <vt:lpstr>Coffee Break &amp; Networking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Nia Hughes</dc:creator>
  <cp:lastModifiedBy>Griffith, Malachi</cp:lastModifiedBy>
  <cp:revision>2</cp:revision>
  <dcterms:created xsi:type="dcterms:W3CDTF">2025-05-15T14:28:53Z</dcterms:created>
  <dcterms:modified xsi:type="dcterms:W3CDTF">2026-06-22T13:40:08Z</dcterms:modified>
</cp:coreProperties>
</file>