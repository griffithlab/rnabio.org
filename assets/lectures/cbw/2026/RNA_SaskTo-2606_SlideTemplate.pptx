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Helvetica Neue"/>
      <p:regular r:id="rId13"/>
      <p:bold r:id="rId14"/>
      <p:italic r:id="rId15"/>
      <p:boldItalic r:id="rId16"/>
    </p:embeddedFont>
    <p:embeddedFont>
      <p:font typeface="Helvetica Neue Ligh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VbweRC3svyl4ieGmmriuc70gD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font" Target="fonts/HelveticaNeue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7" Type="http://schemas.openxmlformats.org/officeDocument/2006/relationships/font" Target="fonts/HelveticaNeueLight-regular.fntdata"/><Relationship Id="rId16" Type="http://schemas.openxmlformats.org/officeDocument/2006/relationships/font" Target="fonts/HelveticaNeue-boldItalic.fntdata"/><Relationship Id="rId5" Type="http://schemas.openxmlformats.org/officeDocument/2006/relationships/slideMaster" Target="slideMasters/slideMaster3.xml"/><Relationship Id="rId19" Type="http://schemas.openxmlformats.org/officeDocument/2006/relationships/font" Target="fonts/HelveticaNeueLight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HelveticaNeue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ctrTitle"/>
          </p:nvPr>
        </p:nvSpPr>
        <p:spPr>
          <a:xfrm>
            <a:off x="2548581" y="2505673"/>
            <a:ext cx="7094838" cy="10265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" type="subTitle"/>
          </p:nvPr>
        </p:nvSpPr>
        <p:spPr>
          <a:xfrm>
            <a:off x="3690730" y="3532213"/>
            <a:ext cx="481053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 Ligh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6" name="Google Shape;46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op title slide">
  <p:cSld name="Workshop title slid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ctrTitle"/>
          </p:nvPr>
        </p:nvSpPr>
        <p:spPr>
          <a:xfrm>
            <a:off x="640492" y="2250180"/>
            <a:ext cx="7094838" cy="10265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logo with white dots&#10;&#10;AI-generated content may be incorrect." id="63" name="Google Shape;6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80843" y="236128"/>
            <a:ext cx="2653569" cy="132678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 txBox="1"/>
          <p:nvPr/>
        </p:nvSpPr>
        <p:spPr>
          <a:xfrm>
            <a:off x="0" y="6521547"/>
            <a:ext cx="48105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Canadian Bioinformatics Workshops | bioinformatics.ca</a:t>
            </a:r>
            <a:endParaRPr sz="14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2"/>
          <p:cNvSpPr txBox="1"/>
          <p:nvPr>
            <p:ph idx="1" type="subTitle"/>
          </p:nvPr>
        </p:nvSpPr>
        <p:spPr>
          <a:xfrm>
            <a:off x="1782641" y="3276720"/>
            <a:ext cx="481053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4393F"/>
            </a:gs>
            <a:gs pos="45000">
              <a:srgbClr val="70247F"/>
            </a:gs>
            <a:gs pos="100000">
              <a:srgbClr val="B40805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  <a:defRPr b="0" i="0" sz="44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/>
          <p:nvPr/>
        </p:nvSpPr>
        <p:spPr>
          <a:xfrm>
            <a:off x="0" y="6492874"/>
            <a:ext cx="12192000" cy="365126"/>
          </a:xfrm>
          <a:prstGeom prst="rect">
            <a:avLst/>
          </a:prstGeom>
          <a:solidFill>
            <a:srgbClr val="7024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  <a:defRPr b="0" i="0" sz="4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9"/>
          <p:cNvSpPr txBox="1"/>
          <p:nvPr/>
        </p:nvSpPr>
        <p:spPr>
          <a:xfrm>
            <a:off x="0" y="6521547"/>
            <a:ext cx="48105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Canadian Bioinformatics Workshops | bioinformatics.ca</a:t>
            </a:r>
            <a:endParaRPr b="0" i="0" sz="14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descr="Purple circles on a black background&#10;&#10;AI-generated content may be incorrect." id="20" name="Google Shape;20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352340" y="0"/>
            <a:ext cx="839659" cy="8396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/>
          <p:nvPr/>
        </p:nvSpPr>
        <p:spPr>
          <a:xfrm>
            <a:off x="0" y="0"/>
            <a:ext cx="8610601" cy="6858000"/>
          </a:xfrm>
          <a:prstGeom prst="rect">
            <a:avLst/>
          </a:prstGeom>
          <a:gradFill>
            <a:gsLst>
              <a:gs pos="0">
                <a:srgbClr val="24393F"/>
              </a:gs>
              <a:gs pos="54000">
                <a:srgbClr val="70247F"/>
              </a:gs>
              <a:gs pos="100000">
                <a:srgbClr val="B40805"/>
              </a:gs>
            </a:gsLst>
            <a:path path="circle">
              <a:fillToRect b="0%" l="100%" r="0%" t="100%"/>
            </a:path>
            <a:tileRect b="-100%" l="0%" r="-100%" t="0%"/>
          </a:gra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  <a:defRPr b="0" i="0" sz="44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4393F"/>
            </a:gs>
            <a:gs pos="24000">
              <a:srgbClr val="70247F"/>
            </a:gs>
            <a:gs pos="100000">
              <a:srgbClr val="B40805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>
            <p:ph idx="1" type="subTitle"/>
          </p:nvPr>
        </p:nvSpPr>
        <p:spPr>
          <a:xfrm>
            <a:off x="6801238" y="3429000"/>
            <a:ext cx="4567235" cy="781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4400">
                <a:latin typeface="Helvetica Neue"/>
                <a:ea typeface="Helvetica Neue"/>
                <a:cs typeface="Helvetica Neue"/>
                <a:sym typeface="Helvetica Neue"/>
              </a:rPr>
              <a:t>bioinformatics.ca</a:t>
            </a:r>
            <a:endParaRPr/>
          </a:p>
        </p:txBody>
      </p:sp>
      <p:pic>
        <p:nvPicPr>
          <p:cNvPr descr="A logo with white dots&#10;&#10;AI-generated content may be incorrect." id="72" name="Google Shape;72;p1"/>
          <p:cNvPicPr preferRelativeResize="0"/>
          <p:nvPr/>
        </p:nvPicPr>
        <p:blipFill rotWithShape="1">
          <a:blip r:embed="rId3">
            <a:alphaModFix/>
          </a:blip>
          <a:srcRect b="0" l="12297" r="12122" t="0"/>
          <a:stretch/>
        </p:blipFill>
        <p:spPr>
          <a:xfrm>
            <a:off x="670379" y="1341316"/>
            <a:ext cx="5766816" cy="381509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"/>
          <p:cNvSpPr txBox="1"/>
          <p:nvPr/>
        </p:nvSpPr>
        <p:spPr>
          <a:xfrm>
            <a:off x="6648092" y="4210755"/>
            <a:ext cx="4873529" cy="416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bioinformaticsdotca.github.io</a:t>
            </a:r>
            <a:endParaRPr/>
          </a:p>
        </p:txBody>
      </p:sp>
      <p:sp>
        <p:nvSpPr>
          <p:cNvPr id="74" name="Google Shape;74;p1"/>
          <p:cNvSpPr txBox="1"/>
          <p:nvPr/>
        </p:nvSpPr>
        <p:spPr>
          <a:xfrm>
            <a:off x="10523913" y="46551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5493" y="271515"/>
            <a:ext cx="4021014" cy="6033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>
            <p:ph type="ctrTitle"/>
          </p:nvPr>
        </p:nvSpPr>
        <p:spPr>
          <a:xfrm>
            <a:off x="640492" y="2250180"/>
            <a:ext cx="7094838" cy="10265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</a:pPr>
            <a:r>
              <a:rPr b="1" lang="en-US"/>
              <a:t>Module #: Title</a:t>
            </a:r>
            <a:endParaRPr/>
          </a:p>
        </p:txBody>
      </p:sp>
      <p:sp>
        <p:nvSpPr>
          <p:cNvPr id="85" name="Google Shape;85;p3"/>
          <p:cNvSpPr txBox="1"/>
          <p:nvPr>
            <p:ph idx="1" type="subTitle"/>
          </p:nvPr>
        </p:nvSpPr>
        <p:spPr>
          <a:xfrm>
            <a:off x="1782641" y="3276720"/>
            <a:ext cx="481053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&lt;INSTRUCTOR NAME&gt;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&lt;WORKSHOP&gt;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&lt;DATES&gt;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black and pink squares&#10;&#10;AI-generated content may be incorrect."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66654" y="492312"/>
            <a:ext cx="2547551" cy="25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9397614" y="3818138"/>
            <a:ext cx="208563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Instructor affiliation logos go here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title"/>
          </p:nvPr>
        </p:nvSpPr>
        <p:spPr>
          <a:xfrm>
            <a:off x="838200" y="21034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Coffee Break &amp; Networking Session</a:t>
            </a:r>
            <a:endParaRPr/>
          </a:p>
        </p:txBody>
      </p:sp>
      <p:sp>
        <p:nvSpPr>
          <p:cNvPr id="107" name="Google Shape;107;p6"/>
          <p:cNvSpPr txBox="1"/>
          <p:nvPr>
            <p:ph idx="1" type="body"/>
          </p:nvPr>
        </p:nvSpPr>
        <p:spPr>
          <a:xfrm>
            <a:off x="4386262" y="4511675"/>
            <a:ext cx="341947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Workshop Sponsors</a:t>
            </a:r>
            <a:endParaRPr/>
          </a:p>
        </p:txBody>
      </p:sp>
      <p:pic>
        <p:nvPicPr>
          <p:cNvPr id="108" name="Google Shape;108;p6" title="cih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0652" y="5262657"/>
            <a:ext cx="3500780" cy="833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6" title="oic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4569" y="5223333"/>
            <a:ext cx="1256757" cy="91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 title="genomecanad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0215" y="5262645"/>
            <a:ext cx="1724888" cy="8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6" title="ontariogenomic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1450" y="5288156"/>
            <a:ext cx="1956783" cy="782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2025-05-15T14:28:53Z</dcterms:created>
  <dc:creator>Nia Hughes</dc:creator>
</cp:coreProperties>
</file>